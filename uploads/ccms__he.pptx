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9" r:id="rId2"/>
    <p:sldId id="432" r:id="rId3"/>
    <p:sldId id="433" r:id="rId4"/>
    <p:sldId id="435" r:id="rId5"/>
    <p:sldId id="436" r:id="rId6"/>
    <p:sldId id="437" r:id="rId7"/>
    <p:sldId id="438" r:id="rId8"/>
    <p:sldId id="439" r:id="rId9"/>
    <p:sldId id="440" r:id="rId10"/>
    <p:sldId id="441" r:id="rId11"/>
    <p:sldId id="442" r:id="rId12"/>
    <p:sldId id="443" r:id="rId13"/>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660"/>
  </p:normalViewPr>
  <p:slideViewPr>
    <p:cSldViewPr snapToGrid="0">
      <p:cViewPr varScale="1">
        <p:scale>
          <a:sx n="65" d="100"/>
          <a:sy n="65" d="100"/>
        </p:scale>
        <p:origin x="95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41019-045F-486D-B3BA-2CD6C254E0A3}" type="datetimeFigureOut">
              <a:rPr lang="en-IL" smtClean="0"/>
              <a:t>04/09/2026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AE0DF-3428-4106-97BA-09B354FCE50F}" type="slidenum">
              <a:rPr lang="en-IL" smtClean="0"/>
              <a:t>‹#›</a:t>
            </a:fld>
            <a:endParaRPr lang="en-IL"/>
          </a:p>
        </p:txBody>
      </p:sp>
    </p:spTree>
    <p:extLst>
      <p:ext uri="{BB962C8B-B14F-4D97-AF65-F5344CB8AC3E}">
        <p14:creationId xmlns:p14="http://schemas.microsoft.com/office/powerpoint/2010/main" val="394207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L" dirty="0"/>
          </a:p>
        </p:txBody>
      </p:sp>
      <p:sp>
        <p:nvSpPr>
          <p:cNvPr id="4" name="Slide Number Placeholder 3"/>
          <p:cNvSpPr>
            <a:spLocks noGrp="1"/>
          </p:cNvSpPr>
          <p:nvPr>
            <p:ph type="sldNum" sz="quarter" idx="5"/>
          </p:nvPr>
        </p:nvSpPr>
        <p:spPr/>
        <p:txBody>
          <a:bodyPr/>
          <a:lstStyle/>
          <a:p>
            <a:fld id="{224D9884-7F16-4DA9-81F9-449BF750705C}" type="slidenum">
              <a:rPr lang="en-IL" smtClean="0"/>
              <a:t>1</a:t>
            </a:fld>
            <a:endParaRPr lang="en-IL"/>
          </a:p>
        </p:txBody>
      </p:sp>
    </p:spTree>
    <p:extLst>
      <p:ext uri="{BB962C8B-B14F-4D97-AF65-F5344CB8AC3E}">
        <p14:creationId xmlns:p14="http://schemas.microsoft.com/office/powerpoint/2010/main" val="2734716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D9A18-11B6-E018-F7CC-6257021C3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EFCA3-F4C3-CBC1-6EEE-9F90E1B2D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C73892-F91E-43AF-6284-5DC349945C68}"/>
              </a:ext>
            </a:extLst>
          </p:cNvPr>
          <p:cNvSpPr>
            <a:spLocks noGrp="1"/>
          </p:cNvSpPr>
          <p:nvPr>
            <p:ph type="body" idx="1"/>
          </p:nvPr>
        </p:nvSpPr>
        <p:spPr/>
        <p:txBody>
          <a:bodyPr/>
          <a:lstStyle/>
          <a:p>
            <a:endParaRPr lang="en-IL" dirty="0"/>
          </a:p>
        </p:txBody>
      </p:sp>
      <p:sp>
        <p:nvSpPr>
          <p:cNvPr id="4" name="Slide Number Placeholder 3">
            <a:extLst>
              <a:ext uri="{FF2B5EF4-FFF2-40B4-BE49-F238E27FC236}">
                <a16:creationId xmlns:a16="http://schemas.microsoft.com/office/drawing/2014/main" id="{B410B99D-9E26-5EC1-C255-84BF52531A67}"/>
              </a:ext>
            </a:extLst>
          </p:cNvPr>
          <p:cNvSpPr>
            <a:spLocks noGrp="1"/>
          </p:cNvSpPr>
          <p:nvPr>
            <p:ph type="sldNum" sz="quarter" idx="5"/>
          </p:nvPr>
        </p:nvSpPr>
        <p:spPr/>
        <p:txBody>
          <a:bodyPr/>
          <a:lstStyle/>
          <a:p>
            <a:fld id="{224D9884-7F16-4DA9-81F9-449BF750705C}" type="slidenum">
              <a:rPr lang="en-IL" smtClean="0"/>
              <a:t>2</a:t>
            </a:fld>
            <a:endParaRPr lang="en-IL"/>
          </a:p>
        </p:txBody>
      </p:sp>
    </p:spTree>
    <p:extLst>
      <p:ext uri="{BB962C8B-B14F-4D97-AF65-F5344CB8AC3E}">
        <p14:creationId xmlns:p14="http://schemas.microsoft.com/office/powerpoint/2010/main" val="2097207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C1DA-83D9-7C70-76D0-289ADC813D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9C841614-63B6-8EFB-21A5-12108F29E2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7DFB14D8-2BD8-5D86-D597-D99A5B936346}"/>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5" name="Footer Placeholder 4">
            <a:extLst>
              <a:ext uri="{FF2B5EF4-FFF2-40B4-BE49-F238E27FC236}">
                <a16:creationId xmlns:a16="http://schemas.microsoft.com/office/drawing/2014/main" id="{95C9EDFD-7878-13AA-DAAC-4EFDCC3864B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7CE0156-37C8-FE05-6E1A-FFB785584BC7}"/>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3110725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90DA3-8DA5-6F64-212B-5E1EA37A9C2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D1407AE9-BBF5-48F5-56E2-0F81E3B691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BD58433-81B1-9318-68CA-CAD7BD7C2647}"/>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5" name="Footer Placeholder 4">
            <a:extLst>
              <a:ext uri="{FF2B5EF4-FFF2-40B4-BE49-F238E27FC236}">
                <a16:creationId xmlns:a16="http://schemas.microsoft.com/office/drawing/2014/main" id="{736BE264-B447-850D-7AA1-8A52981D5BD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8444D3F-9B20-10D8-24D0-BD1E4A25E772}"/>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2594926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2F6AE-08F0-27C5-6202-CEC50E4769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A054C382-5C26-0C96-AC86-72CA1B1F0B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8E71E3-2E5F-3455-9860-169CC0B40016}"/>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5" name="Footer Placeholder 4">
            <a:extLst>
              <a:ext uri="{FF2B5EF4-FFF2-40B4-BE49-F238E27FC236}">
                <a16:creationId xmlns:a16="http://schemas.microsoft.com/office/drawing/2014/main" id="{8A2FC47B-4584-E57C-FB6C-EDAD3452AC7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DAB1CCC-D7D5-9B50-9BF3-308F69D8C496}"/>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804379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088C-2683-89E0-F09B-3FEC64EC016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F426E54E-8070-8D94-0C9D-E926E818B3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0EBC1EB5-157C-8822-061B-CB464ACDD5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144AACFE-6C00-7420-6889-70851F946C00}"/>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6" name="Footer Placeholder 5">
            <a:extLst>
              <a:ext uri="{FF2B5EF4-FFF2-40B4-BE49-F238E27FC236}">
                <a16:creationId xmlns:a16="http://schemas.microsoft.com/office/drawing/2014/main" id="{F958B9EB-6E95-8F83-A767-A2F8C8B66C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B356787-DE6B-60A0-C792-F338D07B02B4}"/>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370870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1C3F-3608-2BA7-B2BC-CACE38AD9384}"/>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8A0AE966-6896-E572-208E-FD29247CEC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30A2F1-51E0-CEF5-D23F-ACDA3B511B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8D236C04-7F31-AD22-8C8D-3D62D17C89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063256-EB3D-A02E-4730-520BF697C2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C7D5838E-B538-A512-7EA4-84EFDE55161D}"/>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8" name="Footer Placeholder 7">
            <a:extLst>
              <a:ext uri="{FF2B5EF4-FFF2-40B4-BE49-F238E27FC236}">
                <a16:creationId xmlns:a16="http://schemas.microsoft.com/office/drawing/2014/main" id="{BCEE3000-E4E5-D33A-A91B-DA45CA050D91}"/>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481E128-8DEA-1A68-ACFF-EEDD8FA694B0}"/>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405666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14A4D-E39D-D1C6-0B1D-C0AA86D44C66}"/>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0318AFBB-C147-0474-CBDF-F37B6179E84A}"/>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4" name="Footer Placeholder 3">
            <a:extLst>
              <a:ext uri="{FF2B5EF4-FFF2-40B4-BE49-F238E27FC236}">
                <a16:creationId xmlns:a16="http://schemas.microsoft.com/office/drawing/2014/main" id="{DE5C1545-B239-B8B1-ACDB-D13B90EA4D47}"/>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D66A7367-8BE6-CE40-EC4B-305971DDD46F}"/>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336282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08A849-201E-54DD-76A8-738701E331E2}"/>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3" name="Footer Placeholder 2">
            <a:extLst>
              <a:ext uri="{FF2B5EF4-FFF2-40B4-BE49-F238E27FC236}">
                <a16:creationId xmlns:a16="http://schemas.microsoft.com/office/drawing/2014/main" id="{9441981D-7CF5-445C-1670-5E1E81256791}"/>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BDBCBCE5-D28E-1835-F917-E31D05ABDE8B}"/>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4254864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E206-C6F4-960A-70E3-30A33CE830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26F0410-4160-2588-53F5-D9278CCE9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57A1895F-A0EE-187B-1288-FE8C489166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609B49-09AD-7E7B-3307-FF059AB5B8CE}"/>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6" name="Footer Placeholder 5">
            <a:extLst>
              <a:ext uri="{FF2B5EF4-FFF2-40B4-BE49-F238E27FC236}">
                <a16:creationId xmlns:a16="http://schemas.microsoft.com/office/drawing/2014/main" id="{7C8A2DB2-41B6-C2CC-55BE-2BD84713FE8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5679328-42DD-F30E-7009-96234478C92A}"/>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3891055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E776-EB71-7618-14F5-C64759B444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4BC9067A-D4C0-54F9-0538-991B9703FB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5EFEF7A8-62F1-9661-DF19-D0371AE3F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667A3D-BE25-FEC3-85BC-1B5B72E6E885}"/>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6" name="Footer Placeholder 5">
            <a:extLst>
              <a:ext uri="{FF2B5EF4-FFF2-40B4-BE49-F238E27FC236}">
                <a16:creationId xmlns:a16="http://schemas.microsoft.com/office/drawing/2014/main" id="{6213682E-F8A8-CF7F-09B3-936FD6EE478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9FEB7DD-40CA-C2BF-C6DD-0CD925E1F51C}"/>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1946450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FAF4-9CBB-FBCE-0385-CD25A449FADB}"/>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F7F6834-AF57-FDF6-440A-2E62735E97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BE4F7C5-20D3-D25E-810C-9A6333B5E930}"/>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5" name="Footer Placeholder 4">
            <a:extLst>
              <a:ext uri="{FF2B5EF4-FFF2-40B4-BE49-F238E27FC236}">
                <a16:creationId xmlns:a16="http://schemas.microsoft.com/office/drawing/2014/main" id="{9D8FAE8C-AF4E-284A-127C-B5F172AF809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D4DFF20-E5F3-9EF4-646A-3C8682A48CFC}"/>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366133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F25D42-9A15-BA2D-531A-72028F7648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90A66C6-D26E-B71E-FB6C-6A7D88458A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E4E86E0-BF9C-EE88-B40F-D225F06137B4}"/>
              </a:ext>
            </a:extLst>
          </p:cNvPr>
          <p:cNvSpPr>
            <a:spLocks noGrp="1"/>
          </p:cNvSpPr>
          <p:nvPr>
            <p:ph type="dt" sz="half" idx="10"/>
          </p:nvPr>
        </p:nvSpPr>
        <p:spPr/>
        <p:txBody>
          <a:bodyPr/>
          <a:lstStyle/>
          <a:p>
            <a:fld id="{1D5BC629-89A6-4FC7-A473-D048CC07915A}" type="datetimeFigureOut">
              <a:rPr lang="en-IL" smtClean="0"/>
              <a:t>04/09/2026</a:t>
            </a:fld>
            <a:endParaRPr lang="en-IL"/>
          </a:p>
        </p:txBody>
      </p:sp>
      <p:sp>
        <p:nvSpPr>
          <p:cNvPr id="5" name="Footer Placeholder 4">
            <a:extLst>
              <a:ext uri="{FF2B5EF4-FFF2-40B4-BE49-F238E27FC236}">
                <a16:creationId xmlns:a16="http://schemas.microsoft.com/office/drawing/2014/main" id="{D41B7822-C6D1-99CB-5A8E-BEB19783F55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3D7FDF0-5284-FF17-675A-5007FA3E8E45}"/>
              </a:ext>
            </a:extLst>
          </p:cNvPr>
          <p:cNvSpPr>
            <a:spLocks noGrp="1"/>
          </p:cNvSpPr>
          <p:nvPr>
            <p:ph type="sldNum" sz="quarter" idx="12"/>
          </p:nvPr>
        </p:nvSpPr>
        <p:spPr/>
        <p:txBody>
          <a:bodyPr/>
          <a:lstStyle/>
          <a:p>
            <a:fld id="{A963D8BC-3441-46CD-872A-C29A1B562F05}" type="slidenum">
              <a:rPr lang="en-IL" smtClean="0"/>
              <a:t>‹#›</a:t>
            </a:fld>
            <a:endParaRPr lang="en-IL"/>
          </a:p>
        </p:txBody>
      </p:sp>
    </p:spTree>
    <p:extLst>
      <p:ext uri="{BB962C8B-B14F-4D97-AF65-F5344CB8AC3E}">
        <p14:creationId xmlns:p14="http://schemas.microsoft.com/office/powerpoint/2010/main" val="1988307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3DC9FF-FE29-7CB9-E26A-843ABCE82B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28AF99C-66BD-7BDA-8C58-DBCDC35721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D65487B-F4E8-1E56-65E3-136FD7105E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5BC629-89A6-4FC7-A473-D048CC07915A}" type="datetimeFigureOut">
              <a:rPr lang="en-IL" smtClean="0"/>
              <a:t>04/09/2026</a:t>
            </a:fld>
            <a:endParaRPr lang="en-IL"/>
          </a:p>
        </p:txBody>
      </p:sp>
      <p:sp>
        <p:nvSpPr>
          <p:cNvPr id="5" name="Footer Placeholder 4">
            <a:extLst>
              <a:ext uri="{FF2B5EF4-FFF2-40B4-BE49-F238E27FC236}">
                <a16:creationId xmlns:a16="http://schemas.microsoft.com/office/drawing/2014/main" id="{BF3E821F-25BF-B7CA-7842-9EBB5BE07A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1D881ABA-FD46-2F84-A527-19CD3A0B54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63D8BC-3441-46CD-872A-C29A1B562F05}" type="slidenum">
              <a:rPr lang="en-IL" smtClean="0"/>
              <a:t>‹#›</a:t>
            </a:fld>
            <a:endParaRPr lang="en-IL"/>
          </a:p>
        </p:txBody>
      </p:sp>
    </p:spTree>
    <p:extLst>
      <p:ext uri="{BB962C8B-B14F-4D97-AF65-F5344CB8AC3E}">
        <p14:creationId xmlns:p14="http://schemas.microsoft.com/office/powerpoint/2010/main" val="3882529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606A2-4E0E-5199-923C-725907E1AF2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B8C86F4E-7594-C301-FB7D-A22A8BF3E6F4}"/>
              </a:ext>
            </a:extLst>
          </p:cNvPr>
          <p:cNvSpPr/>
          <p:nvPr/>
        </p:nvSpPr>
        <p:spPr>
          <a:xfrm>
            <a:off x="0" y="0"/>
            <a:ext cx="8561294" cy="6858000"/>
          </a:xfrm>
          <a:prstGeom prst="rect">
            <a:avLst/>
          </a:prstGeom>
          <a:solidFill>
            <a:srgbClr val="FAFA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Rounded Corners 24">
            <a:extLst>
              <a:ext uri="{FF2B5EF4-FFF2-40B4-BE49-F238E27FC236}">
                <a16:creationId xmlns:a16="http://schemas.microsoft.com/office/drawing/2014/main" id="{7EBA193A-D736-4A92-34BC-C147167FB39C}"/>
              </a:ext>
            </a:extLst>
          </p:cNvPr>
          <p:cNvSpPr/>
          <p:nvPr/>
        </p:nvSpPr>
        <p:spPr>
          <a:xfrm rot="18005875">
            <a:off x="6730185" y="1602048"/>
            <a:ext cx="4058725" cy="3635615"/>
          </a:xfrm>
          <a:prstGeom prst="roundRect">
            <a:avLst/>
          </a:prstGeom>
          <a:solidFill>
            <a:srgbClr val="3B44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Rectangle 25">
            <a:extLst>
              <a:ext uri="{FF2B5EF4-FFF2-40B4-BE49-F238E27FC236}">
                <a16:creationId xmlns:a16="http://schemas.microsoft.com/office/drawing/2014/main" id="{B87BC45E-1BC5-4208-0A63-B82B36A02A3F}"/>
              </a:ext>
            </a:extLst>
          </p:cNvPr>
          <p:cNvSpPr/>
          <p:nvPr/>
        </p:nvSpPr>
        <p:spPr>
          <a:xfrm>
            <a:off x="8561294" y="-1"/>
            <a:ext cx="3630706" cy="6858000"/>
          </a:xfrm>
          <a:prstGeom prst="rect">
            <a:avLst/>
          </a:prstGeom>
          <a:solidFill>
            <a:srgbClr val="3B44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sp>
        <p:nvSpPr>
          <p:cNvPr id="2" name="Rectangle 1">
            <a:extLst>
              <a:ext uri="{FF2B5EF4-FFF2-40B4-BE49-F238E27FC236}">
                <a16:creationId xmlns:a16="http://schemas.microsoft.com/office/drawing/2014/main" id="{0448F345-FAAD-0713-96AD-4251A5F278C8}"/>
              </a:ext>
            </a:extLst>
          </p:cNvPr>
          <p:cNvSpPr/>
          <p:nvPr/>
        </p:nvSpPr>
        <p:spPr>
          <a:xfrm>
            <a:off x="8423148" y="0"/>
            <a:ext cx="176246" cy="1161288"/>
          </a:xfrm>
          <a:prstGeom prst="rect">
            <a:avLst/>
          </a:prstGeom>
          <a:solidFill>
            <a:srgbClr val="3B44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 name="Rectangle 2">
            <a:extLst>
              <a:ext uri="{FF2B5EF4-FFF2-40B4-BE49-F238E27FC236}">
                <a16:creationId xmlns:a16="http://schemas.microsoft.com/office/drawing/2014/main" id="{F92D4C76-0434-E7AF-B692-81282FECC995}"/>
              </a:ext>
            </a:extLst>
          </p:cNvPr>
          <p:cNvSpPr/>
          <p:nvPr/>
        </p:nvSpPr>
        <p:spPr>
          <a:xfrm>
            <a:off x="8385429" y="5524837"/>
            <a:ext cx="178756" cy="1333162"/>
          </a:xfrm>
          <a:prstGeom prst="rect">
            <a:avLst/>
          </a:prstGeom>
          <a:solidFill>
            <a:srgbClr val="3B44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sp>
        <p:nvSpPr>
          <p:cNvPr id="7" name="Block Arc 6">
            <a:extLst>
              <a:ext uri="{FF2B5EF4-FFF2-40B4-BE49-F238E27FC236}">
                <a16:creationId xmlns:a16="http://schemas.microsoft.com/office/drawing/2014/main" id="{C279AD2A-7CD7-D916-FE4D-D67ADEBBCF6B}"/>
              </a:ext>
            </a:extLst>
          </p:cNvPr>
          <p:cNvSpPr/>
          <p:nvPr/>
        </p:nvSpPr>
        <p:spPr>
          <a:xfrm rot="3760032">
            <a:off x="8068023" y="5423918"/>
            <a:ext cx="482222" cy="333375"/>
          </a:xfrm>
          <a:prstGeom prst="blockArc">
            <a:avLst>
              <a:gd name="adj1" fmla="val 12608979"/>
              <a:gd name="adj2" fmla="val 19048347"/>
              <a:gd name="adj3" fmla="val 30917"/>
            </a:avLst>
          </a:prstGeom>
          <a:solidFill>
            <a:srgbClr val="3B44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sp>
        <p:nvSpPr>
          <p:cNvPr id="8" name="Block Arc 7">
            <a:extLst>
              <a:ext uri="{FF2B5EF4-FFF2-40B4-BE49-F238E27FC236}">
                <a16:creationId xmlns:a16="http://schemas.microsoft.com/office/drawing/2014/main" id="{540BA83D-EBCC-CB8B-BEAB-392C3B0DADD8}"/>
              </a:ext>
            </a:extLst>
          </p:cNvPr>
          <p:cNvSpPr/>
          <p:nvPr/>
        </p:nvSpPr>
        <p:spPr>
          <a:xfrm rot="8017565">
            <a:off x="8074820" y="730880"/>
            <a:ext cx="531576" cy="333375"/>
          </a:xfrm>
          <a:prstGeom prst="blockArc">
            <a:avLst>
              <a:gd name="adj1" fmla="val 12608979"/>
              <a:gd name="adj2" fmla="val 20257802"/>
              <a:gd name="adj3" fmla="val 26834"/>
            </a:avLst>
          </a:prstGeom>
          <a:solidFill>
            <a:srgbClr val="3B44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sp>
        <p:nvSpPr>
          <p:cNvPr id="24" name="Rectangle: Rounded Corners 23">
            <a:extLst>
              <a:ext uri="{FF2B5EF4-FFF2-40B4-BE49-F238E27FC236}">
                <a16:creationId xmlns:a16="http://schemas.microsoft.com/office/drawing/2014/main" id="{4A6D2D95-D210-DA2A-E976-253DADF83AA5}"/>
              </a:ext>
            </a:extLst>
          </p:cNvPr>
          <p:cNvSpPr/>
          <p:nvPr/>
        </p:nvSpPr>
        <p:spPr>
          <a:xfrm rot="18005875">
            <a:off x="6853350" y="1720642"/>
            <a:ext cx="3817275" cy="3342562"/>
          </a:xfrm>
          <a:prstGeom prst="roundRect">
            <a:avLst/>
          </a:prstGeom>
          <a:solidFill>
            <a:srgbClr val="FAFA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pic>
        <p:nvPicPr>
          <p:cNvPr id="9" name="Picture 2" descr="EU Digital Identity Wallet ARF | Interoperable Europe Portal">
            <a:extLst>
              <a:ext uri="{FF2B5EF4-FFF2-40B4-BE49-F238E27FC236}">
                <a16:creationId xmlns:a16="http://schemas.microsoft.com/office/drawing/2014/main" id="{1EF814B6-880A-0B4A-383C-6F468ECDF3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07" r="52217" b="-1"/>
          <a:stretch>
            <a:fillRect/>
          </a:stretch>
        </p:blipFill>
        <p:spPr bwMode="auto">
          <a:xfrm>
            <a:off x="7394558" y="2515864"/>
            <a:ext cx="2729977" cy="19486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12A00E7-AF6A-BB56-966B-6F54FC92EA94}"/>
              </a:ext>
            </a:extLst>
          </p:cNvPr>
          <p:cNvSpPr txBox="1"/>
          <p:nvPr/>
        </p:nvSpPr>
        <p:spPr>
          <a:xfrm>
            <a:off x="842058" y="2681341"/>
            <a:ext cx="5180791" cy="1323439"/>
          </a:xfrm>
          <a:prstGeom prst="rect">
            <a:avLst/>
          </a:prstGeom>
          <a:noFill/>
        </p:spPr>
        <p:txBody>
          <a:bodyPr wrap="square" rtlCol="0">
            <a:spAutoFit/>
          </a:bodyPr>
          <a:lstStyle/>
          <a:p>
            <a:pPr algn="ctr"/>
            <a:r>
              <a:rPr lang="he-IL" sz="4000" dirty="0">
                <a:latin typeface="Assistant ExtraBold" pitchFamily="2" charset="-79"/>
                <a:cs typeface="Assistant ExtraBold" pitchFamily="2" charset="-79"/>
              </a:rPr>
              <a:t>חתימות דיגיטליות בארנק האירופי</a:t>
            </a:r>
            <a:endParaRPr lang="en-US" sz="4000" dirty="0">
              <a:latin typeface="Assistant ExtraBold" pitchFamily="2" charset="-79"/>
              <a:cs typeface="Assistant ExtraBold" pitchFamily="2" charset="-79"/>
            </a:endParaRPr>
          </a:p>
        </p:txBody>
      </p:sp>
      <p:sp>
        <p:nvSpPr>
          <p:cNvPr id="6" name="Slide Number Placeholder 5">
            <a:extLst>
              <a:ext uri="{FF2B5EF4-FFF2-40B4-BE49-F238E27FC236}">
                <a16:creationId xmlns:a16="http://schemas.microsoft.com/office/drawing/2014/main" id="{B6E6B7E7-2E73-0B4E-998B-7E2EAA0059D6}"/>
              </a:ext>
            </a:extLst>
          </p:cNvPr>
          <p:cNvSpPr>
            <a:spLocks noGrp="1"/>
          </p:cNvSpPr>
          <p:nvPr>
            <p:ph type="sldNum" sz="quarter" idx="12"/>
          </p:nvPr>
        </p:nvSpPr>
        <p:spPr/>
        <p:txBody>
          <a:bodyPr/>
          <a:lstStyle/>
          <a:p>
            <a:fld id="{D26AA326-C745-46C1-BF23-2FBA916A8B78}" type="slidenum">
              <a:rPr lang="en-IL" smtClean="0"/>
              <a:t>1</a:t>
            </a:fld>
            <a:endParaRPr lang="en-IL"/>
          </a:p>
        </p:txBody>
      </p:sp>
    </p:spTree>
    <p:extLst>
      <p:ext uri="{BB962C8B-B14F-4D97-AF65-F5344CB8AC3E}">
        <p14:creationId xmlns:p14="http://schemas.microsoft.com/office/powerpoint/2010/main" val="1346049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55A08-F7F9-54BD-B5E7-74A390C5EE8F}"/>
            </a:ext>
          </a:extLst>
        </p:cNvPr>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CDF9D7D5-75B6-1FF8-00A4-509F22E251F9}"/>
              </a:ext>
            </a:extLst>
          </p:cNvPr>
          <p:cNvSpPr/>
          <p:nvPr/>
        </p:nvSpPr>
        <p:spPr>
          <a:xfrm rot="18005875">
            <a:off x="8551240" y="1244552"/>
            <a:ext cx="418600" cy="609641"/>
          </a:xfrm>
          <a:prstGeom prst="roundRect">
            <a:avLst/>
          </a:prstGeom>
          <a:solidFill>
            <a:srgbClr val="FAFA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400"/>
          </a:p>
        </p:txBody>
      </p:sp>
      <p:sp>
        <p:nvSpPr>
          <p:cNvPr id="26" name="Rectangle 25">
            <a:extLst>
              <a:ext uri="{FF2B5EF4-FFF2-40B4-BE49-F238E27FC236}">
                <a16:creationId xmlns:a16="http://schemas.microsoft.com/office/drawing/2014/main" id="{AC1449F7-0CBD-9EB0-AEA4-95543EC1B820}"/>
              </a:ext>
            </a:extLst>
          </p:cNvPr>
          <p:cNvSpPr/>
          <p:nvPr/>
        </p:nvSpPr>
        <p:spPr>
          <a:xfrm>
            <a:off x="8561294" y="-1"/>
            <a:ext cx="3630706" cy="6858000"/>
          </a:xfrm>
          <a:prstGeom prst="rect">
            <a:avLst/>
          </a:prstGeom>
          <a:solidFill>
            <a:srgbClr val="3B44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9" name="Picture 2" descr="EU Digital Identity Wallet ARF | Interoperable Europe Portal">
            <a:extLst>
              <a:ext uri="{FF2B5EF4-FFF2-40B4-BE49-F238E27FC236}">
                <a16:creationId xmlns:a16="http://schemas.microsoft.com/office/drawing/2014/main" id="{C5961CCE-B733-99FC-F4F9-5FB781E92A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07" r="52217" b="-1"/>
          <a:stretch>
            <a:fillRect/>
          </a:stretch>
        </p:blipFill>
        <p:spPr bwMode="auto">
          <a:xfrm>
            <a:off x="280517" y="5243351"/>
            <a:ext cx="2008603" cy="143376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A9CA11C2-966A-2EAF-4B3D-C6A58D1A9762}"/>
              </a:ext>
            </a:extLst>
          </p:cNvPr>
          <p:cNvSpPr>
            <a:spLocks noGrp="1"/>
          </p:cNvSpPr>
          <p:nvPr>
            <p:ph type="sldNum" sz="quarter" idx="12"/>
          </p:nvPr>
        </p:nvSpPr>
        <p:spPr>
          <a:xfrm>
            <a:off x="8639175" y="6661150"/>
            <a:ext cx="2743200" cy="365125"/>
          </a:xfrm>
        </p:spPr>
        <p:txBody>
          <a:bodyPr/>
          <a:lstStyle/>
          <a:p>
            <a:fld id="{D26AA326-C745-46C1-BF23-2FBA916A8B78}" type="slidenum">
              <a:rPr lang="en-IL" smtClean="0"/>
              <a:t>2</a:t>
            </a:fld>
            <a:endParaRPr lang="en-IL"/>
          </a:p>
        </p:txBody>
      </p:sp>
      <p:sp>
        <p:nvSpPr>
          <p:cNvPr id="15" name="TextBox 14">
            <a:extLst>
              <a:ext uri="{FF2B5EF4-FFF2-40B4-BE49-F238E27FC236}">
                <a16:creationId xmlns:a16="http://schemas.microsoft.com/office/drawing/2014/main" id="{E4A01BAF-CE6D-58CB-DFFC-97FB4F13DC20}"/>
              </a:ext>
            </a:extLst>
          </p:cNvPr>
          <p:cNvSpPr txBox="1"/>
          <p:nvPr/>
        </p:nvSpPr>
        <p:spPr>
          <a:xfrm>
            <a:off x="1024541" y="1257812"/>
            <a:ext cx="7519384" cy="461665"/>
          </a:xfrm>
          <a:prstGeom prst="rect">
            <a:avLst/>
          </a:prstGeom>
          <a:noFill/>
        </p:spPr>
        <p:txBody>
          <a:bodyPr wrap="square" rtlCol="0">
            <a:spAutoFit/>
          </a:bodyPr>
          <a:lstStyle/>
          <a:p>
            <a:pPr algn="just" rtl="1"/>
            <a:r>
              <a:rPr lang="he-IL" sz="2400" dirty="0">
                <a:latin typeface="Assistant" pitchFamily="2" charset="-79"/>
                <a:cs typeface="Assistant" pitchFamily="2" charset="-79"/>
              </a:rPr>
              <a:t>הסבר כללי על הארנק הדיגיטלי</a:t>
            </a:r>
            <a:endParaRPr lang="en-IL" sz="2400" dirty="0">
              <a:latin typeface="Assistant" pitchFamily="2" charset="-79"/>
              <a:cs typeface="Assistant" pitchFamily="2" charset="-79"/>
            </a:endParaRPr>
          </a:p>
        </p:txBody>
      </p:sp>
      <p:sp>
        <p:nvSpPr>
          <p:cNvPr id="16" name="TextBox 15">
            <a:extLst>
              <a:ext uri="{FF2B5EF4-FFF2-40B4-BE49-F238E27FC236}">
                <a16:creationId xmlns:a16="http://schemas.microsoft.com/office/drawing/2014/main" id="{F68A65B4-F66B-5542-5F8D-2A7FF26E1273}"/>
              </a:ext>
            </a:extLst>
          </p:cNvPr>
          <p:cNvSpPr txBox="1"/>
          <p:nvPr/>
        </p:nvSpPr>
        <p:spPr>
          <a:xfrm>
            <a:off x="8559617" y="1269424"/>
            <a:ext cx="634773" cy="461665"/>
          </a:xfrm>
          <a:prstGeom prst="rect">
            <a:avLst/>
          </a:prstGeom>
          <a:noFill/>
        </p:spPr>
        <p:txBody>
          <a:bodyPr wrap="square" rtlCol="0">
            <a:spAutoFit/>
          </a:bodyPr>
          <a:lstStyle/>
          <a:p>
            <a:r>
              <a:rPr lang="he-IL" sz="2400" dirty="0">
                <a:solidFill>
                  <a:srgbClr val="FAFAF8"/>
                </a:solidFill>
                <a:latin typeface="Assistant ExtraBold" pitchFamily="2" charset="-79"/>
                <a:cs typeface="Assistant ExtraBold" pitchFamily="2" charset="-79"/>
              </a:rPr>
              <a:t>3</a:t>
            </a:r>
            <a:endParaRPr lang="en-IL" sz="2400" dirty="0">
              <a:solidFill>
                <a:srgbClr val="FAFAF8"/>
              </a:solidFill>
              <a:latin typeface="Assistant ExtraBold" pitchFamily="2" charset="-79"/>
              <a:cs typeface="Assistant ExtraBold" pitchFamily="2" charset="-79"/>
            </a:endParaRPr>
          </a:p>
        </p:txBody>
      </p:sp>
      <p:sp>
        <p:nvSpPr>
          <p:cNvPr id="18" name="TextBox 17">
            <a:extLst>
              <a:ext uri="{FF2B5EF4-FFF2-40B4-BE49-F238E27FC236}">
                <a16:creationId xmlns:a16="http://schemas.microsoft.com/office/drawing/2014/main" id="{931A2229-2EC1-AC66-71B4-2908BE5D893A}"/>
              </a:ext>
            </a:extLst>
          </p:cNvPr>
          <p:cNvSpPr txBox="1"/>
          <p:nvPr/>
        </p:nvSpPr>
        <p:spPr>
          <a:xfrm>
            <a:off x="1024541" y="1883640"/>
            <a:ext cx="7519384" cy="461665"/>
          </a:xfrm>
          <a:prstGeom prst="rect">
            <a:avLst/>
          </a:prstGeom>
          <a:noFill/>
        </p:spPr>
        <p:txBody>
          <a:bodyPr wrap="square" rtlCol="0">
            <a:spAutoFit/>
          </a:bodyPr>
          <a:lstStyle/>
          <a:p>
            <a:pPr algn="just" rtl="1"/>
            <a:r>
              <a:rPr lang="he-IL" sz="2400" dirty="0">
                <a:latin typeface="Assistant" pitchFamily="2" charset="-79"/>
                <a:cs typeface="Assistant" pitchFamily="2" charset="-79"/>
              </a:rPr>
              <a:t>תפקידים באקו-סיסטם של הארנק הדיגיטלי והסבר על רכיבי הארנק</a:t>
            </a:r>
            <a:endParaRPr lang="en-IL" sz="2400" dirty="0">
              <a:latin typeface="Assistant" pitchFamily="2" charset="-79"/>
              <a:cs typeface="Assistant" pitchFamily="2" charset="-79"/>
            </a:endParaRPr>
          </a:p>
        </p:txBody>
      </p:sp>
      <p:sp>
        <p:nvSpPr>
          <p:cNvPr id="21" name="TextBox 20">
            <a:extLst>
              <a:ext uri="{FF2B5EF4-FFF2-40B4-BE49-F238E27FC236}">
                <a16:creationId xmlns:a16="http://schemas.microsoft.com/office/drawing/2014/main" id="{17D018C8-0AD8-AC8D-0A1F-E4A640028C89}"/>
              </a:ext>
            </a:extLst>
          </p:cNvPr>
          <p:cNvSpPr txBox="1"/>
          <p:nvPr/>
        </p:nvSpPr>
        <p:spPr>
          <a:xfrm>
            <a:off x="1024541" y="2509468"/>
            <a:ext cx="7519384" cy="461665"/>
          </a:xfrm>
          <a:prstGeom prst="rect">
            <a:avLst/>
          </a:prstGeom>
          <a:noFill/>
        </p:spPr>
        <p:txBody>
          <a:bodyPr wrap="square" rtlCol="0">
            <a:spAutoFit/>
          </a:bodyPr>
          <a:lstStyle/>
          <a:p>
            <a:pPr algn="just" rtl="1"/>
            <a:r>
              <a:rPr lang="he-IL" sz="2400" dirty="0">
                <a:latin typeface="Assistant" pitchFamily="2" charset="-79"/>
                <a:cs typeface="Assistant" pitchFamily="2" charset="-79"/>
              </a:rPr>
              <a:t>הקמת תשתית ואפליקציית הארנק</a:t>
            </a:r>
            <a:endParaRPr lang="en-IL" sz="2400" dirty="0">
              <a:latin typeface="Assistant" pitchFamily="2" charset="-79"/>
              <a:cs typeface="Assistant" pitchFamily="2" charset="-79"/>
            </a:endParaRPr>
          </a:p>
        </p:txBody>
      </p:sp>
      <p:sp>
        <p:nvSpPr>
          <p:cNvPr id="27" name="TextBox 26">
            <a:extLst>
              <a:ext uri="{FF2B5EF4-FFF2-40B4-BE49-F238E27FC236}">
                <a16:creationId xmlns:a16="http://schemas.microsoft.com/office/drawing/2014/main" id="{2021D3EC-6CD4-7E27-EA3B-83967FD003A8}"/>
              </a:ext>
            </a:extLst>
          </p:cNvPr>
          <p:cNvSpPr txBox="1"/>
          <p:nvPr/>
        </p:nvSpPr>
        <p:spPr>
          <a:xfrm>
            <a:off x="1024541" y="3135296"/>
            <a:ext cx="7519384" cy="461665"/>
          </a:xfrm>
          <a:prstGeom prst="rect">
            <a:avLst/>
          </a:prstGeom>
          <a:noFill/>
        </p:spPr>
        <p:txBody>
          <a:bodyPr wrap="square" rtlCol="0">
            <a:spAutoFit/>
          </a:bodyPr>
          <a:lstStyle/>
          <a:p>
            <a:pPr algn="just" rtl="1"/>
            <a:r>
              <a:rPr lang="he-IL" sz="2400" dirty="0">
                <a:latin typeface="Assistant" pitchFamily="2" charset="-79"/>
                <a:cs typeface="Assistant" pitchFamily="2" charset="-79"/>
              </a:rPr>
              <a:t>מתחרים בשוק</a:t>
            </a:r>
            <a:endParaRPr lang="en-IL" sz="2400" dirty="0">
              <a:latin typeface="Assistant" pitchFamily="2" charset="-79"/>
              <a:cs typeface="Assistant" pitchFamily="2" charset="-79"/>
            </a:endParaRPr>
          </a:p>
        </p:txBody>
      </p:sp>
      <p:sp>
        <p:nvSpPr>
          <p:cNvPr id="44" name="TextBox 43">
            <a:extLst>
              <a:ext uri="{FF2B5EF4-FFF2-40B4-BE49-F238E27FC236}">
                <a16:creationId xmlns:a16="http://schemas.microsoft.com/office/drawing/2014/main" id="{3A169B41-0D49-4127-0896-93BB6C1699A0}"/>
              </a:ext>
            </a:extLst>
          </p:cNvPr>
          <p:cNvSpPr txBox="1"/>
          <p:nvPr/>
        </p:nvSpPr>
        <p:spPr>
          <a:xfrm>
            <a:off x="8557656" y="1887150"/>
            <a:ext cx="998720" cy="461665"/>
          </a:xfrm>
          <a:prstGeom prst="rect">
            <a:avLst/>
          </a:prstGeom>
          <a:noFill/>
        </p:spPr>
        <p:txBody>
          <a:bodyPr wrap="square" rtlCol="0">
            <a:spAutoFit/>
          </a:bodyPr>
          <a:lstStyle/>
          <a:p>
            <a:r>
              <a:rPr lang="he-IL" sz="2400" dirty="0">
                <a:solidFill>
                  <a:srgbClr val="FAFAF8"/>
                </a:solidFill>
                <a:latin typeface="Assistant ExtraBold" pitchFamily="2" charset="-79"/>
                <a:cs typeface="Assistant ExtraBold" pitchFamily="2" charset="-79"/>
              </a:rPr>
              <a:t>4-10</a:t>
            </a:r>
            <a:endParaRPr lang="en-IL" sz="2400" dirty="0">
              <a:solidFill>
                <a:srgbClr val="FAFAF8"/>
              </a:solidFill>
              <a:latin typeface="Assistant ExtraBold" pitchFamily="2" charset="-79"/>
              <a:cs typeface="Assistant ExtraBold" pitchFamily="2" charset="-79"/>
            </a:endParaRPr>
          </a:p>
        </p:txBody>
      </p:sp>
      <p:sp>
        <p:nvSpPr>
          <p:cNvPr id="50" name="TextBox 49">
            <a:extLst>
              <a:ext uri="{FF2B5EF4-FFF2-40B4-BE49-F238E27FC236}">
                <a16:creationId xmlns:a16="http://schemas.microsoft.com/office/drawing/2014/main" id="{ABFF14AD-7EF1-D402-2A1E-D1543F35BE6A}"/>
              </a:ext>
            </a:extLst>
          </p:cNvPr>
          <p:cNvSpPr txBox="1"/>
          <p:nvPr/>
        </p:nvSpPr>
        <p:spPr>
          <a:xfrm>
            <a:off x="8552137" y="2527106"/>
            <a:ext cx="998720" cy="461665"/>
          </a:xfrm>
          <a:prstGeom prst="rect">
            <a:avLst/>
          </a:prstGeom>
          <a:noFill/>
        </p:spPr>
        <p:txBody>
          <a:bodyPr wrap="square" rtlCol="0">
            <a:spAutoFit/>
          </a:bodyPr>
          <a:lstStyle/>
          <a:p>
            <a:r>
              <a:rPr lang="en-US" sz="2400" dirty="0">
                <a:solidFill>
                  <a:srgbClr val="FAFAF8"/>
                </a:solidFill>
                <a:latin typeface="Assistant ExtraBold" pitchFamily="2" charset="-79"/>
                <a:cs typeface="Assistant ExtraBold" pitchFamily="2" charset="-79"/>
              </a:rPr>
              <a:t>11-15</a:t>
            </a:r>
            <a:endParaRPr lang="en-IL" sz="2400" dirty="0">
              <a:solidFill>
                <a:srgbClr val="FAFAF8"/>
              </a:solidFill>
              <a:latin typeface="Assistant ExtraBold" pitchFamily="2" charset="-79"/>
              <a:cs typeface="Assistant ExtraBold" pitchFamily="2" charset="-79"/>
            </a:endParaRPr>
          </a:p>
        </p:txBody>
      </p:sp>
      <p:sp>
        <p:nvSpPr>
          <p:cNvPr id="53" name="TextBox 52">
            <a:extLst>
              <a:ext uri="{FF2B5EF4-FFF2-40B4-BE49-F238E27FC236}">
                <a16:creationId xmlns:a16="http://schemas.microsoft.com/office/drawing/2014/main" id="{ACA41517-E36F-E5D0-5694-9FD438523197}"/>
              </a:ext>
            </a:extLst>
          </p:cNvPr>
          <p:cNvSpPr txBox="1"/>
          <p:nvPr/>
        </p:nvSpPr>
        <p:spPr>
          <a:xfrm>
            <a:off x="8565300" y="3132430"/>
            <a:ext cx="985557" cy="461665"/>
          </a:xfrm>
          <a:prstGeom prst="rect">
            <a:avLst/>
          </a:prstGeom>
          <a:noFill/>
        </p:spPr>
        <p:txBody>
          <a:bodyPr wrap="square" rtlCol="0">
            <a:spAutoFit/>
          </a:bodyPr>
          <a:lstStyle/>
          <a:p>
            <a:r>
              <a:rPr lang="he-IL" sz="2400" dirty="0">
                <a:solidFill>
                  <a:srgbClr val="FAFAF8"/>
                </a:solidFill>
                <a:latin typeface="Assistant ExtraBold" pitchFamily="2" charset="-79"/>
                <a:cs typeface="Assistant ExtraBold" pitchFamily="2" charset="-79"/>
              </a:rPr>
              <a:t>16-19</a:t>
            </a:r>
            <a:endParaRPr lang="en-IL" sz="2400" dirty="0">
              <a:solidFill>
                <a:srgbClr val="FAFAF8"/>
              </a:solidFill>
              <a:latin typeface="Assistant ExtraBold" pitchFamily="2" charset="-79"/>
              <a:cs typeface="Assistant ExtraBold" pitchFamily="2" charset="-79"/>
            </a:endParaRPr>
          </a:p>
        </p:txBody>
      </p:sp>
      <p:sp>
        <p:nvSpPr>
          <p:cNvPr id="8" name="TextBox 7">
            <a:extLst>
              <a:ext uri="{FF2B5EF4-FFF2-40B4-BE49-F238E27FC236}">
                <a16:creationId xmlns:a16="http://schemas.microsoft.com/office/drawing/2014/main" id="{29439EB1-3AA6-11AE-FCED-E41BEC813C4C}"/>
              </a:ext>
            </a:extLst>
          </p:cNvPr>
          <p:cNvSpPr txBox="1"/>
          <p:nvPr/>
        </p:nvSpPr>
        <p:spPr>
          <a:xfrm>
            <a:off x="9836673" y="109709"/>
            <a:ext cx="2050527" cy="523220"/>
          </a:xfrm>
          <a:prstGeom prst="rect">
            <a:avLst/>
          </a:prstGeom>
          <a:noFill/>
        </p:spPr>
        <p:txBody>
          <a:bodyPr wrap="square" rtlCol="0">
            <a:spAutoFit/>
          </a:bodyPr>
          <a:lstStyle/>
          <a:p>
            <a:pPr algn="r"/>
            <a:r>
              <a:rPr lang="he-IL" sz="2800" dirty="0">
                <a:solidFill>
                  <a:srgbClr val="FAFAF8"/>
                </a:solidFill>
                <a:latin typeface="Assistant ExtraBold" pitchFamily="2" charset="-79"/>
                <a:cs typeface="Assistant ExtraBold" pitchFamily="2" charset="-79"/>
              </a:rPr>
              <a:t>ראשי פרקים</a:t>
            </a:r>
            <a:endParaRPr lang="en-IL" sz="2800" dirty="0">
              <a:solidFill>
                <a:srgbClr val="FAFAF8"/>
              </a:solidFill>
              <a:latin typeface="Assistant ExtraBold" pitchFamily="2" charset="-79"/>
              <a:cs typeface="Assistant ExtraBold" pitchFamily="2" charset="-79"/>
            </a:endParaRPr>
          </a:p>
        </p:txBody>
      </p:sp>
    </p:spTree>
    <p:extLst>
      <p:ext uri="{BB962C8B-B14F-4D97-AF65-F5344CB8AC3E}">
        <p14:creationId xmlns:p14="http://schemas.microsoft.com/office/powerpoint/2010/main" val="2380519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77A23-2F66-F3C3-74EC-B9E5F1B05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D89A0-767A-7FB0-B0C5-8CC9A62271A7}"/>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תקנת </a:t>
            </a:r>
            <a:r>
              <a:rPr lang="en-US" dirty="0">
                <a:latin typeface="Assistant ExtraBold" pitchFamily="2" charset="-79"/>
                <a:cs typeface="Assistant ExtraBold" pitchFamily="2" charset="-79"/>
              </a:rPr>
              <a:t>eIDAS2.0</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96CA661A-65F3-E318-D082-37EAD91BA66D}"/>
              </a:ext>
            </a:extLst>
          </p:cNvPr>
          <p:cNvSpPr>
            <a:spLocks noGrp="1"/>
          </p:cNvSpPr>
          <p:nvPr>
            <p:ph type="sldNum" sz="quarter" idx="12"/>
          </p:nvPr>
        </p:nvSpPr>
        <p:spPr/>
        <p:txBody>
          <a:bodyPr/>
          <a:lstStyle/>
          <a:p>
            <a:fld id="{D26AA326-C745-46C1-BF23-2FBA916A8B78}" type="slidenum">
              <a:rPr lang="en-IL" smtClean="0"/>
              <a:t>3</a:t>
            </a:fld>
            <a:endParaRPr lang="en-IL"/>
          </a:p>
        </p:txBody>
      </p:sp>
      <p:sp>
        <p:nvSpPr>
          <p:cNvPr id="34" name="TextBox 33">
            <a:extLst>
              <a:ext uri="{FF2B5EF4-FFF2-40B4-BE49-F238E27FC236}">
                <a16:creationId xmlns:a16="http://schemas.microsoft.com/office/drawing/2014/main" id="{0403591A-C973-3593-4D0F-CBA69428C9AB}"/>
              </a:ext>
            </a:extLst>
          </p:cNvPr>
          <p:cNvSpPr txBox="1"/>
          <p:nvPr/>
        </p:nvSpPr>
        <p:spPr>
          <a:xfrm>
            <a:off x="2399279" y="1757676"/>
            <a:ext cx="7393442" cy="3737754"/>
          </a:xfrm>
          <a:prstGeom prst="rect">
            <a:avLst/>
          </a:prstGeom>
          <a:noFill/>
        </p:spPr>
        <p:txBody>
          <a:bodyPr wrap="square">
            <a:spAutoFit/>
          </a:bodyPr>
          <a:lstStyle/>
          <a:p>
            <a:pPr algn="ctr" rtl="1">
              <a:lnSpc>
                <a:spcPct val="150000"/>
              </a:lnSpc>
            </a:pPr>
            <a:r>
              <a:rPr lang="he-IL" sz="2000" dirty="0">
                <a:latin typeface="Assistant" pitchFamily="2" charset="-79"/>
                <a:cs typeface="Assistant" pitchFamily="2" charset="-79"/>
              </a:rPr>
              <a:t>תקנה 2024/1183 (</a:t>
            </a:r>
            <a:r>
              <a:rPr lang="en-US" sz="2000" dirty="0">
                <a:latin typeface="Assistant" pitchFamily="2" charset="-79"/>
                <a:cs typeface="Assistant" pitchFamily="2" charset="-79"/>
              </a:rPr>
              <a:t>eIDAS2.0</a:t>
            </a:r>
            <a:r>
              <a:rPr lang="he-IL" sz="2000" dirty="0">
                <a:latin typeface="Assistant" pitchFamily="2" charset="-79"/>
                <a:cs typeface="Assistant" pitchFamily="2" charset="-79"/>
              </a:rPr>
              <a:t>) נכנסה לתוקף ב-20 במאי 2024 ומקימה </a:t>
            </a:r>
            <a:r>
              <a:rPr lang="he-IL" sz="2000" b="1" dirty="0">
                <a:latin typeface="Assistant" pitchFamily="2" charset="-79"/>
                <a:cs typeface="Assistant" pitchFamily="2" charset="-79"/>
              </a:rPr>
              <a:t>מסגרת הזדהות דיגיטלית אירופית חדשה</a:t>
            </a:r>
          </a:p>
          <a:p>
            <a:pPr algn="ctr" rtl="1">
              <a:lnSpc>
                <a:spcPct val="150000"/>
              </a:lnSpc>
            </a:pPr>
            <a:r>
              <a:rPr lang="he-IL" sz="2000" dirty="0">
                <a:latin typeface="Assistant" pitchFamily="2" charset="-79"/>
                <a:cs typeface="Assistant" pitchFamily="2" charset="-79"/>
              </a:rPr>
              <a:t>בליבת המסגרת – אנרק הזדהות דיגיטלי</a:t>
            </a:r>
            <a:r>
              <a:rPr lang="en-US" sz="2000" dirty="0">
                <a:latin typeface="Assistant" pitchFamily="2" charset="-79"/>
                <a:cs typeface="Assistant" pitchFamily="2" charset="-79"/>
              </a:rPr>
              <a:t> </a:t>
            </a:r>
            <a:r>
              <a:rPr lang="he-IL" sz="2000" dirty="0">
                <a:latin typeface="Assistant" pitchFamily="2" charset="-79"/>
                <a:cs typeface="Assistant" pitchFamily="2" charset="-79"/>
              </a:rPr>
              <a:t>, יספק לאזרחי האיחוד דרך מאובטחת ונוחה של זיהוי דיגיטלי. הוא יאפשר למשתמשים לזהות ולאמת את עצמם באופן מקוון או פנים אל פנים, ולשתף מגוון רחב של מסמכים דיגיטליים כגון רישיון נהיגה בנייד, דיפלומה לימודית ומרשם רפואי</a:t>
            </a:r>
          </a:p>
          <a:p>
            <a:pPr algn="ctr" rtl="1">
              <a:lnSpc>
                <a:spcPct val="150000"/>
              </a:lnSpc>
            </a:pPr>
            <a:r>
              <a:rPr lang="he-IL" sz="2000" b="1" dirty="0">
                <a:latin typeface="Assistant" pitchFamily="2" charset="-79"/>
                <a:cs typeface="Assistant" pitchFamily="2" charset="-79"/>
              </a:rPr>
              <a:t>הארנק מאפשר למשתמשים לחתום על מסמכים באמצעות חתימה אלקטרונית מוסמכת </a:t>
            </a:r>
          </a:p>
        </p:txBody>
      </p:sp>
    </p:spTree>
    <p:extLst>
      <p:ext uri="{BB962C8B-B14F-4D97-AF65-F5344CB8AC3E}">
        <p14:creationId xmlns:p14="http://schemas.microsoft.com/office/powerpoint/2010/main" val="3103634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F2481-1A4A-AA53-78CC-DCF404A2A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2DCAE-46EA-8F6D-7DAF-6D708C2FA7A0}"/>
              </a:ext>
            </a:extLst>
          </p:cNvPr>
          <p:cNvSpPr>
            <a:spLocks noGrp="1"/>
          </p:cNvSpPr>
          <p:nvPr>
            <p:ph type="title"/>
          </p:nvPr>
        </p:nvSpPr>
        <p:spPr>
          <a:xfrm>
            <a:off x="522194" y="365125"/>
            <a:ext cx="11147612" cy="1325563"/>
          </a:xfrm>
        </p:spPr>
        <p:txBody>
          <a:bodyPr/>
          <a:lstStyle/>
          <a:p>
            <a:pPr algn="ctr" rtl="1"/>
            <a:r>
              <a:rPr lang="he-IL" dirty="0">
                <a:latin typeface="Assistant ExtraBold" pitchFamily="2" charset="-79"/>
                <a:cs typeface="Assistant ExtraBold" pitchFamily="2" charset="-79"/>
              </a:rPr>
              <a:t>חתימת </a:t>
            </a:r>
            <a:r>
              <a:rPr lang="en-US" dirty="0">
                <a:latin typeface="Assistant ExtraBold" pitchFamily="2" charset="-79"/>
                <a:cs typeface="Assistant ExtraBold" pitchFamily="2" charset="-79"/>
              </a:rPr>
              <a:t>QES</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51DF8CBA-E049-ED3E-3CEB-541D4DC1F107}"/>
              </a:ext>
            </a:extLst>
          </p:cNvPr>
          <p:cNvSpPr>
            <a:spLocks noGrp="1"/>
          </p:cNvSpPr>
          <p:nvPr>
            <p:ph type="sldNum" sz="quarter" idx="12"/>
          </p:nvPr>
        </p:nvSpPr>
        <p:spPr/>
        <p:txBody>
          <a:bodyPr/>
          <a:lstStyle/>
          <a:p>
            <a:fld id="{D26AA326-C745-46C1-BF23-2FBA916A8B78}" type="slidenum">
              <a:rPr lang="en-IL" smtClean="0"/>
              <a:t>4</a:t>
            </a:fld>
            <a:endParaRPr lang="en-IL"/>
          </a:p>
        </p:txBody>
      </p:sp>
      <p:sp>
        <p:nvSpPr>
          <p:cNvPr id="4" name="TextBox 3">
            <a:extLst>
              <a:ext uri="{FF2B5EF4-FFF2-40B4-BE49-F238E27FC236}">
                <a16:creationId xmlns:a16="http://schemas.microsoft.com/office/drawing/2014/main" id="{D8DCCEF1-D9CF-CF5E-7A0E-FC157CED2C45}"/>
              </a:ext>
            </a:extLst>
          </p:cNvPr>
          <p:cNvSpPr txBox="1"/>
          <p:nvPr/>
        </p:nvSpPr>
        <p:spPr>
          <a:xfrm>
            <a:off x="1810870" y="2058241"/>
            <a:ext cx="8570259" cy="4619726"/>
          </a:xfrm>
          <a:prstGeom prst="rect">
            <a:avLst/>
          </a:prstGeom>
          <a:noFill/>
        </p:spPr>
        <p:txBody>
          <a:bodyPr wrap="square">
            <a:spAutoFit/>
          </a:bodyPr>
          <a:lstStyle/>
          <a:p>
            <a:pPr algn="r" rtl="1">
              <a:lnSpc>
                <a:spcPct val="150000"/>
              </a:lnSpc>
            </a:pPr>
            <a:r>
              <a:rPr lang="he-IL" dirty="0">
                <a:latin typeface="Assistant" pitchFamily="2" charset="-79"/>
                <a:cs typeface="Assistant" pitchFamily="2" charset="-79"/>
              </a:rPr>
              <a:t>תקנת</a:t>
            </a:r>
            <a:r>
              <a:rPr lang="en-US" dirty="0">
                <a:latin typeface="Assistant" pitchFamily="2" charset="-79"/>
                <a:cs typeface="Assistant" pitchFamily="2" charset="-79"/>
              </a:rPr>
              <a:t> </a:t>
            </a:r>
            <a:r>
              <a:rPr lang="en-US" dirty="0" err="1">
                <a:latin typeface="Assistant" pitchFamily="2" charset="-79"/>
                <a:cs typeface="Assistant" pitchFamily="2" charset="-79"/>
              </a:rPr>
              <a:t>eIDAS</a:t>
            </a:r>
            <a:r>
              <a:rPr lang="en-US" dirty="0">
                <a:latin typeface="Assistant" pitchFamily="2" charset="-79"/>
                <a:cs typeface="Assistant" pitchFamily="2" charset="-79"/>
              </a:rPr>
              <a:t> </a:t>
            </a:r>
            <a:r>
              <a:rPr lang="he-IL" dirty="0">
                <a:latin typeface="Assistant" pitchFamily="2" charset="-79"/>
                <a:cs typeface="Assistant" pitchFamily="2" charset="-79"/>
              </a:rPr>
              <a:t>קבעה היררכיה של חתימות אלקטרוניות:</a:t>
            </a:r>
            <a:endParaRPr lang="en-US" dirty="0">
              <a:latin typeface="Assistant" pitchFamily="2" charset="-79"/>
              <a:cs typeface="Assistant" pitchFamily="2" charset="-79"/>
            </a:endParaRPr>
          </a:p>
          <a:p>
            <a:pPr marL="285750" indent="-285750" algn="r" rtl="1">
              <a:lnSpc>
                <a:spcPct val="150000"/>
              </a:lnSpc>
              <a:buFontTx/>
              <a:buChar char="-"/>
            </a:pPr>
            <a:r>
              <a:rPr lang="he-IL" dirty="0">
                <a:latin typeface="Assistant" pitchFamily="2" charset="-79"/>
                <a:cs typeface="Assistant" pitchFamily="2" charset="-79"/>
              </a:rPr>
              <a:t>חתימות אלקטרוניות (פשוטות)</a:t>
            </a:r>
          </a:p>
          <a:p>
            <a:pPr marL="285750" indent="-285750" algn="r" rtl="1">
              <a:lnSpc>
                <a:spcPct val="150000"/>
              </a:lnSpc>
              <a:buFontTx/>
              <a:buChar char="-"/>
            </a:pPr>
            <a:r>
              <a:rPr lang="he-IL" dirty="0">
                <a:latin typeface="Assistant" pitchFamily="2" charset="-79"/>
                <a:cs typeface="Assistant" pitchFamily="2" charset="-79"/>
              </a:rPr>
              <a:t>חתימות אלקטרוניות מתקדמות</a:t>
            </a:r>
          </a:p>
          <a:p>
            <a:pPr marL="285750" indent="-285750" algn="r" rtl="1">
              <a:lnSpc>
                <a:spcPct val="150000"/>
              </a:lnSpc>
              <a:buFontTx/>
              <a:buChar char="-"/>
            </a:pPr>
            <a:r>
              <a:rPr lang="he-IL" dirty="0">
                <a:latin typeface="Assistant" pitchFamily="2" charset="-79"/>
                <a:cs typeface="Assistant" pitchFamily="2" charset="-79"/>
              </a:rPr>
              <a:t>חתימות אלקטרוניות מוסמכות (</a:t>
            </a:r>
            <a:r>
              <a:rPr lang="en-US" dirty="0">
                <a:latin typeface="Assistant" pitchFamily="2" charset="-79"/>
                <a:cs typeface="Assistant" pitchFamily="2" charset="-79"/>
              </a:rPr>
              <a:t>QES – Qualified Electronic Signature</a:t>
            </a:r>
            <a:r>
              <a:rPr lang="he-IL" dirty="0">
                <a:latin typeface="Assistant" pitchFamily="2" charset="-79"/>
                <a:cs typeface="Assistant" pitchFamily="2" charset="-79"/>
              </a:rPr>
              <a:t>)</a:t>
            </a:r>
          </a:p>
          <a:p>
            <a:pPr algn="r" rtl="1">
              <a:lnSpc>
                <a:spcPct val="150000"/>
              </a:lnSpc>
            </a:pPr>
            <a:endParaRPr lang="he-IL" dirty="0">
              <a:latin typeface="Assistant" pitchFamily="2" charset="-79"/>
              <a:cs typeface="Assistant" pitchFamily="2" charset="-79"/>
            </a:endParaRPr>
          </a:p>
          <a:p>
            <a:pPr algn="r" rtl="1">
              <a:lnSpc>
                <a:spcPct val="150000"/>
              </a:lnSpc>
            </a:pPr>
            <a:r>
              <a:rPr lang="he-IL" dirty="0">
                <a:latin typeface="Assistant" pitchFamily="2" charset="-79"/>
                <a:cs typeface="Assistant" pitchFamily="2" charset="-79"/>
              </a:rPr>
              <a:t>חתימת ה-</a:t>
            </a:r>
            <a:r>
              <a:rPr lang="en-US" dirty="0">
                <a:latin typeface="Assistant" pitchFamily="2" charset="-79"/>
                <a:cs typeface="Assistant" pitchFamily="2" charset="-79"/>
              </a:rPr>
              <a:t>QES</a:t>
            </a:r>
            <a:r>
              <a:rPr lang="he-IL" dirty="0">
                <a:latin typeface="Assistant" pitchFamily="2" charset="-79"/>
                <a:cs typeface="Assistant" pitchFamily="2" charset="-79"/>
              </a:rPr>
              <a:t> היא "תקן הזהב". היא מבטיחה זיהוי ודאי של החותם, הגנה מלאה מפני שינויים במסמך ותוקף משפטי שמונע מהחותם להתכחש לחתימתו ברמה גבוהה משמעותית מחתימות אלקטרוניות אחרות. סעיף 3(12) של </a:t>
            </a:r>
            <a:r>
              <a:rPr lang="en-US" dirty="0" err="1">
                <a:latin typeface="Assistant" pitchFamily="2" charset="-79"/>
                <a:cs typeface="Assistant" pitchFamily="2" charset="-79"/>
              </a:rPr>
              <a:t>eIDAS</a:t>
            </a:r>
            <a:r>
              <a:rPr lang="he-IL" dirty="0">
                <a:latin typeface="Assistant" pitchFamily="2" charset="-79"/>
                <a:cs typeface="Assistant" pitchFamily="2" charset="-79"/>
              </a:rPr>
              <a:t> מגדיר חתימות </a:t>
            </a:r>
            <a:r>
              <a:rPr lang="en-US" dirty="0">
                <a:latin typeface="Assistant" pitchFamily="2" charset="-79"/>
                <a:cs typeface="Assistant" pitchFamily="2" charset="-79"/>
              </a:rPr>
              <a:t>QES</a:t>
            </a:r>
            <a:r>
              <a:rPr lang="he-IL" dirty="0">
                <a:latin typeface="Assistant" pitchFamily="2" charset="-79"/>
                <a:cs typeface="Assistant" pitchFamily="2" charset="-79"/>
              </a:rPr>
              <a:t> כ-"חתימה אלקטרונית מתקדמת שנוצרת על ידי התקן ליצירת חתימה אלקטרונית מוסמכת (</a:t>
            </a:r>
            <a:r>
              <a:rPr lang="en-US" dirty="0">
                <a:latin typeface="Assistant" pitchFamily="2" charset="-79"/>
                <a:cs typeface="Assistant" pitchFamily="2" charset="-79"/>
              </a:rPr>
              <a:t>QSCD – Qualified Signature Creation Device</a:t>
            </a:r>
            <a:r>
              <a:rPr lang="he-IL" dirty="0">
                <a:latin typeface="Assistant" pitchFamily="2" charset="-79"/>
                <a:cs typeface="Assistant" pitchFamily="2" charset="-79"/>
              </a:rPr>
              <a:t>) ומבוססת על תעודה מוסמכת לחתימות אלקטרוניות"</a:t>
            </a:r>
            <a:endParaRPr lang="en-US" dirty="0">
              <a:latin typeface="Assistant" pitchFamily="2" charset="-79"/>
              <a:cs typeface="Assistant" pitchFamily="2" charset="-79"/>
            </a:endParaRPr>
          </a:p>
          <a:p>
            <a:pPr algn="r" rtl="1">
              <a:lnSpc>
                <a:spcPct val="150000"/>
              </a:lnSpc>
            </a:pPr>
            <a:r>
              <a:rPr lang="he-IL" b="1" dirty="0">
                <a:latin typeface="Assistant" pitchFamily="2" charset="-79"/>
                <a:cs typeface="Assistant" pitchFamily="2" charset="-79"/>
              </a:rPr>
              <a:t>חתימת </a:t>
            </a:r>
            <a:r>
              <a:rPr lang="en-US" b="1" dirty="0">
                <a:latin typeface="Assistant" pitchFamily="2" charset="-79"/>
                <a:cs typeface="Assistant" pitchFamily="2" charset="-79"/>
              </a:rPr>
              <a:t>QES</a:t>
            </a:r>
            <a:r>
              <a:rPr lang="he-IL" b="1" dirty="0">
                <a:latin typeface="Assistant" pitchFamily="2" charset="-79"/>
                <a:cs typeface="Assistant" pitchFamily="2" charset="-79"/>
              </a:rPr>
              <a:t> ייחודית בגלל היכולת לקשר בין החתימה לבין הזהות של המשתמש</a:t>
            </a:r>
          </a:p>
        </p:txBody>
      </p:sp>
      <p:sp>
        <p:nvSpPr>
          <p:cNvPr id="7" name="TextBox 6">
            <a:extLst>
              <a:ext uri="{FF2B5EF4-FFF2-40B4-BE49-F238E27FC236}">
                <a16:creationId xmlns:a16="http://schemas.microsoft.com/office/drawing/2014/main" id="{3F3DCE71-0E7E-DD71-463A-BD356AB2E86E}"/>
              </a:ext>
            </a:extLst>
          </p:cNvPr>
          <p:cNvSpPr txBox="1"/>
          <p:nvPr/>
        </p:nvSpPr>
        <p:spPr>
          <a:xfrm>
            <a:off x="3047999" y="1320467"/>
            <a:ext cx="6096000" cy="369332"/>
          </a:xfrm>
          <a:prstGeom prst="rect">
            <a:avLst/>
          </a:prstGeom>
          <a:noFill/>
        </p:spPr>
        <p:txBody>
          <a:bodyPr wrap="square">
            <a:spAutoFit/>
          </a:bodyPr>
          <a:lstStyle/>
          <a:p>
            <a:pPr algn="ctr"/>
            <a:r>
              <a:rPr lang="en-US" dirty="0">
                <a:latin typeface="Assistant ExtraBold" pitchFamily="2" charset="-79"/>
                <a:cs typeface="Assistant ExtraBold" pitchFamily="2" charset="-79"/>
              </a:rPr>
              <a:t>Qualified Electronic Signature</a:t>
            </a:r>
            <a:endParaRPr lang="en-IL" dirty="0"/>
          </a:p>
        </p:txBody>
      </p:sp>
    </p:spTree>
    <p:extLst>
      <p:ext uri="{BB962C8B-B14F-4D97-AF65-F5344CB8AC3E}">
        <p14:creationId xmlns:p14="http://schemas.microsoft.com/office/powerpoint/2010/main" val="1060789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FB219-B945-08B5-6519-DB253C91A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20AFF-1598-2DE6-15CC-A83B0589842A}"/>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חתימת </a:t>
            </a:r>
            <a:r>
              <a:rPr lang="en-US" dirty="0">
                <a:latin typeface="Assistant ExtraBold" pitchFamily="2" charset="-79"/>
                <a:cs typeface="Assistant ExtraBold" pitchFamily="2" charset="-79"/>
              </a:rPr>
              <a:t>QES</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B397B20B-33A5-98C4-5B4C-8B0388BBE2C8}"/>
              </a:ext>
            </a:extLst>
          </p:cNvPr>
          <p:cNvSpPr>
            <a:spLocks noGrp="1"/>
          </p:cNvSpPr>
          <p:nvPr>
            <p:ph type="sldNum" sz="quarter" idx="12"/>
          </p:nvPr>
        </p:nvSpPr>
        <p:spPr/>
        <p:txBody>
          <a:bodyPr/>
          <a:lstStyle/>
          <a:p>
            <a:fld id="{D26AA326-C745-46C1-BF23-2FBA916A8B78}" type="slidenum">
              <a:rPr lang="en-IL" smtClean="0"/>
              <a:t>5</a:t>
            </a:fld>
            <a:endParaRPr lang="en-IL"/>
          </a:p>
        </p:txBody>
      </p:sp>
      <p:sp>
        <p:nvSpPr>
          <p:cNvPr id="4" name="TextBox 3">
            <a:extLst>
              <a:ext uri="{FF2B5EF4-FFF2-40B4-BE49-F238E27FC236}">
                <a16:creationId xmlns:a16="http://schemas.microsoft.com/office/drawing/2014/main" id="{E1D9919A-4663-B38F-8CFC-4CED9265FAA5}"/>
              </a:ext>
            </a:extLst>
          </p:cNvPr>
          <p:cNvSpPr txBox="1"/>
          <p:nvPr/>
        </p:nvSpPr>
        <p:spPr>
          <a:xfrm>
            <a:off x="744069" y="1921405"/>
            <a:ext cx="10703859" cy="4204228"/>
          </a:xfrm>
          <a:prstGeom prst="rect">
            <a:avLst/>
          </a:prstGeom>
          <a:noFill/>
        </p:spPr>
        <p:txBody>
          <a:bodyPr wrap="square">
            <a:spAutoFit/>
          </a:bodyPr>
          <a:lstStyle/>
          <a:p>
            <a:pPr algn="r" rtl="1">
              <a:lnSpc>
                <a:spcPct val="150000"/>
              </a:lnSpc>
            </a:pPr>
            <a:r>
              <a:rPr lang="en-US" dirty="0"/>
              <a:t> </a:t>
            </a:r>
            <a:r>
              <a:rPr lang="he-IL" dirty="0">
                <a:latin typeface="Assistant" pitchFamily="2" charset="-79"/>
                <a:cs typeface="Assistant" pitchFamily="2" charset="-79"/>
              </a:rPr>
              <a:t>חתימת </a:t>
            </a:r>
            <a:r>
              <a:rPr lang="en-US" dirty="0">
                <a:latin typeface="Assistant" pitchFamily="2" charset="-79"/>
                <a:cs typeface="Assistant" pitchFamily="2" charset="-79"/>
              </a:rPr>
              <a:t>QES</a:t>
            </a:r>
            <a:r>
              <a:rPr lang="he-IL" dirty="0">
                <a:latin typeface="Assistant" pitchFamily="2" charset="-79"/>
                <a:cs typeface="Assistant" pitchFamily="2" charset="-79"/>
              </a:rPr>
              <a:t> </a:t>
            </a:r>
            <a:r>
              <a:rPr lang="en-US" dirty="0">
                <a:latin typeface="Assistant" pitchFamily="2" charset="-79"/>
                <a:cs typeface="Assistant" pitchFamily="2" charset="-79"/>
              </a:rPr>
              <a:t> </a:t>
            </a:r>
            <a:r>
              <a:rPr lang="he-IL" dirty="0">
                <a:latin typeface="Assistant" pitchFamily="2" charset="-79"/>
                <a:cs typeface="Assistant" pitchFamily="2" charset="-79"/>
              </a:rPr>
              <a:t>מסתמכת על טכנולוגיית </a:t>
            </a:r>
            <a:r>
              <a:rPr lang="en-US" dirty="0">
                <a:latin typeface="Assistant" pitchFamily="2" charset="-79"/>
                <a:cs typeface="Assistant" pitchFamily="2" charset="-79"/>
              </a:rPr>
              <a:t>PKI</a:t>
            </a:r>
            <a:r>
              <a:rPr lang="he-IL" dirty="0">
                <a:latin typeface="Assistant" pitchFamily="2" charset="-79"/>
                <a:cs typeface="Assistant" pitchFamily="2" charset="-79"/>
              </a:rPr>
              <a:t> - פרוטוקול המאפשר לספק שירותי אימון (</a:t>
            </a:r>
            <a:r>
              <a:rPr lang="en-US" dirty="0">
                <a:latin typeface="Assistant" pitchFamily="2" charset="-79"/>
                <a:cs typeface="Assistant" pitchFamily="2" charset="-79"/>
              </a:rPr>
              <a:t>TSP</a:t>
            </a:r>
            <a:r>
              <a:rPr lang="he-IL" dirty="0">
                <a:latin typeface="Assistant" pitchFamily="2" charset="-79"/>
                <a:cs typeface="Assistant" pitchFamily="2" charset="-79"/>
              </a:rPr>
              <a:t>) לאמת את זהות החותם ולהנפיק תעודה דיגיטלית. במקרה של </a:t>
            </a:r>
            <a:r>
              <a:rPr lang="en-US" dirty="0">
                <a:latin typeface="Assistant" pitchFamily="2" charset="-79"/>
                <a:cs typeface="Assistant" pitchFamily="2" charset="-79"/>
              </a:rPr>
              <a:t>QES</a:t>
            </a:r>
            <a:r>
              <a:rPr lang="he-IL" dirty="0">
                <a:latin typeface="Assistant" pitchFamily="2" charset="-79"/>
                <a:cs typeface="Assistant" pitchFamily="2" charset="-79"/>
              </a:rPr>
              <a:t> התעודה הדיגיטלית היא "תעודה מוסמכת"</a:t>
            </a:r>
            <a:endParaRPr lang="en-US" dirty="0">
              <a:latin typeface="Assistant" pitchFamily="2" charset="-79"/>
              <a:cs typeface="Assistant" pitchFamily="2" charset="-79"/>
            </a:endParaRPr>
          </a:p>
          <a:p>
            <a:pPr algn="r" rtl="1">
              <a:lnSpc>
                <a:spcPct val="150000"/>
              </a:lnSpc>
            </a:pPr>
            <a:endParaRPr lang="he-IL" dirty="0">
              <a:latin typeface="Assistant" pitchFamily="2" charset="-79"/>
              <a:cs typeface="Assistant" pitchFamily="2" charset="-79"/>
            </a:endParaRPr>
          </a:p>
          <a:p>
            <a:pPr algn="r" rtl="1">
              <a:lnSpc>
                <a:spcPct val="150000"/>
              </a:lnSpc>
            </a:pPr>
            <a:r>
              <a:rPr lang="he-IL" dirty="0">
                <a:latin typeface="Assistant" pitchFamily="2" charset="-79"/>
                <a:cs typeface="Assistant" pitchFamily="2" charset="-79"/>
              </a:rPr>
              <a:t>התעודה המוסמכת מאשרת את שם החותם ומקשרת את זהותו לזוג מפתחות. אימות הזהות מספק ודאות רבה יותר מאשר חתימות אלקטרוניות אחרות לכך שהחותם הוא אכן מי שהוא טוען שהוא, ושהמסמך החתום הוא אותנטי. השימוש בזוג המפתחות גם מונע כל שינוי במסמך לאחר החתימה</a:t>
            </a:r>
          </a:p>
          <a:p>
            <a:pPr algn="r" rtl="1">
              <a:lnSpc>
                <a:spcPct val="150000"/>
              </a:lnSpc>
            </a:pPr>
            <a:endParaRPr lang="he-IL" dirty="0">
              <a:latin typeface="Assistant" pitchFamily="2" charset="-79"/>
              <a:cs typeface="Assistant" pitchFamily="2" charset="-79"/>
            </a:endParaRPr>
          </a:p>
          <a:p>
            <a:pPr algn="r" rtl="1">
              <a:lnSpc>
                <a:spcPct val="150000"/>
              </a:lnSpc>
            </a:pPr>
            <a:r>
              <a:rPr lang="he-IL" dirty="0">
                <a:latin typeface="Assistant" pitchFamily="2" charset="-79"/>
                <a:cs typeface="Assistant" pitchFamily="2" charset="-79"/>
              </a:rPr>
              <a:t>כיום, ספקי שירותי אמון מוסמכים (</a:t>
            </a:r>
            <a:r>
              <a:rPr lang="en-US" dirty="0">
                <a:latin typeface="Assistant" pitchFamily="2" charset="-79"/>
                <a:cs typeface="Assistant" pitchFamily="2" charset="-79"/>
              </a:rPr>
              <a:t>QTSPs</a:t>
            </a:r>
            <a:r>
              <a:rPr lang="he-IL" dirty="0">
                <a:latin typeface="Assistant" pitchFamily="2" charset="-79"/>
                <a:cs typeface="Assistant" pitchFamily="2" charset="-79"/>
              </a:rPr>
              <a:t>) מפעילים בדרך כלל התקני </a:t>
            </a:r>
            <a:r>
              <a:rPr lang="en-US" dirty="0">
                <a:latin typeface="Assistant" pitchFamily="2" charset="-79"/>
                <a:cs typeface="Assistant" pitchFamily="2" charset="-79"/>
              </a:rPr>
              <a:t>QSCD</a:t>
            </a:r>
            <a:r>
              <a:rPr lang="he-IL" dirty="0">
                <a:latin typeface="Assistant" pitchFamily="2" charset="-79"/>
                <a:cs typeface="Assistant" pitchFamily="2" charset="-79"/>
              </a:rPr>
              <a:t> (</a:t>
            </a:r>
            <a:r>
              <a:rPr lang="en-US" dirty="0">
                <a:latin typeface="Assistant" pitchFamily="2" charset="-79"/>
                <a:cs typeface="Assistant" pitchFamily="2" charset="-79"/>
              </a:rPr>
              <a:t>Qualified Signature Creation Device</a:t>
            </a:r>
            <a:r>
              <a:rPr lang="he-IL" dirty="0">
                <a:latin typeface="Assistant" pitchFamily="2" charset="-79"/>
                <a:cs typeface="Assistant" pitchFamily="2" charset="-79"/>
              </a:rPr>
              <a:t>) – רכיב אבטחה חומרתי (</a:t>
            </a:r>
            <a:r>
              <a:rPr lang="en-US" dirty="0">
                <a:latin typeface="Assistant" pitchFamily="2" charset="-79"/>
                <a:cs typeface="Assistant" pitchFamily="2" charset="-79"/>
              </a:rPr>
              <a:t>HSM</a:t>
            </a:r>
            <a:r>
              <a:rPr lang="he-IL" dirty="0">
                <a:latin typeface="Assistant" pitchFamily="2" charset="-79"/>
                <a:cs typeface="Assistant" pitchFamily="2" charset="-79"/>
              </a:rPr>
              <a:t>) המאחסן את התעודה המוסמכת של החותם ואת זוג המפתחות שלו. לרוב, ה-</a:t>
            </a:r>
            <a:r>
              <a:rPr lang="en-US" dirty="0">
                <a:latin typeface="Assistant" pitchFamily="2" charset="-79"/>
                <a:cs typeface="Assistant" pitchFamily="2" charset="-79"/>
              </a:rPr>
              <a:t>QSCD</a:t>
            </a:r>
            <a:r>
              <a:rPr lang="he-IL" dirty="0">
                <a:latin typeface="Assistant" pitchFamily="2" charset="-79"/>
                <a:cs typeface="Assistant" pitchFamily="2" charset="-79"/>
              </a:rPr>
              <a:t> מחובר לפלטפורמת חתימה אלקטרונית באמצעות שימוש ב-</a:t>
            </a:r>
            <a:r>
              <a:rPr lang="en-US" dirty="0">
                <a:latin typeface="Assistant" pitchFamily="2" charset="-79"/>
                <a:cs typeface="Assistant" pitchFamily="2" charset="-79"/>
              </a:rPr>
              <a:t>API</a:t>
            </a:r>
            <a:r>
              <a:rPr lang="he-IL" dirty="0">
                <a:latin typeface="Assistant" pitchFamily="2" charset="-79"/>
                <a:cs typeface="Assistant" pitchFamily="2" charset="-79"/>
              </a:rPr>
              <a:t> של </a:t>
            </a:r>
            <a:r>
              <a:rPr lang="en-US" dirty="0">
                <a:latin typeface="Assistant" pitchFamily="2" charset="-79"/>
                <a:cs typeface="Assistant" pitchFamily="2" charset="-79"/>
              </a:rPr>
              <a:t>Cloud Signature Consortium</a:t>
            </a:r>
            <a:endParaRPr lang="he-IL" dirty="0">
              <a:latin typeface="Assistant" pitchFamily="2" charset="-79"/>
              <a:cs typeface="Assistant" pitchFamily="2" charset="-79"/>
            </a:endParaRPr>
          </a:p>
        </p:txBody>
      </p:sp>
      <p:sp>
        <p:nvSpPr>
          <p:cNvPr id="3" name="TextBox 2">
            <a:extLst>
              <a:ext uri="{FF2B5EF4-FFF2-40B4-BE49-F238E27FC236}">
                <a16:creationId xmlns:a16="http://schemas.microsoft.com/office/drawing/2014/main" id="{FDD2D945-904D-F935-B606-89A618C0684A}"/>
              </a:ext>
            </a:extLst>
          </p:cNvPr>
          <p:cNvSpPr txBox="1"/>
          <p:nvPr/>
        </p:nvSpPr>
        <p:spPr>
          <a:xfrm>
            <a:off x="3047999" y="1320467"/>
            <a:ext cx="6096000" cy="369332"/>
          </a:xfrm>
          <a:prstGeom prst="rect">
            <a:avLst/>
          </a:prstGeom>
          <a:noFill/>
        </p:spPr>
        <p:txBody>
          <a:bodyPr wrap="square">
            <a:spAutoFit/>
          </a:bodyPr>
          <a:lstStyle/>
          <a:p>
            <a:pPr algn="ctr"/>
            <a:r>
              <a:rPr lang="en-US" dirty="0">
                <a:latin typeface="Assistant ExtraBold" pitchFamily="2" charset="-79"/>
                <a:cs typeface="Assistant ExtraBold" pitchFamily="2" charset="-79"/>
              </a:rPr>
              <a:t>Qualified Electronic Signature</a:t>
            </a:r>
            <a:endParaRPr lang="en-IL" dirty="0"/>
          </a:p>
        </p:txBody>
      </p:sp>
    </p:spTree>
    <p:extLst>
      <p:ext uri="{BB962C8B-B14F-4D97-AF65-F5344CB8AC3E}">
        <p14:creationId xmlns:p14="http://schemas.microsoft.com/office/powerpoint/2010/main" val="2720648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C0F28-762D-487E-57B5-98FD5601F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2F2AD-BF59-A59D-7048-CA7DC740B7F8}"/>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תהליך החתימה</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53398725-858F-D604-C20A-B8BF5EDAF794}"/>
              </a:ext>
            </a:extLst>
          </p:cNvPr>
          <p:cNvSpPr>
            <a:spLocks noGrp="1"/>
          </p:cNvSpPr>
          <p:nvPr>
            <p:ph type="sldNum" sz="quarter" idx="12"/>
          </p:nvPr>
        </p:nvSpPr>
        <p:spPr/>
        <p:txBody>
          <a:bodyPr/>
          <a:lstStyle/>
          <a:p>
            <a:fld id="{D26AA326-C745-46C1-BF23-2FBA916A8B78}" type="slidenum">
              <a:rPr lang="en-IL" smtClean="0"/>
              <a:t>6</a:t>
            </a:fld>
            <a:endParaRPr lang="en-IL"/>
          </a:p>
        </p:txBody>
      </p:sp>
      <p:sp>
        <p:nvSpPr>
          <p:cNvPr id="4" name="TextBox 3">
            <a:extLst>
              <a:ext uri="{FF2B5EF4-FFF2-40B4-BE49-F238E27FC236}">
                <a16:creationId xmlns:a16="http://schemas.microsoft.com/office/drawing/2014/main" id="{34AD1676-55D2-D32B-E72A-B3007E87FE80}"/>
              </a:ext>
            </a:extLst>
          </p:cNvPr>
          <p:cNvSpPr txBox="1"/>
          <p:nvPr/>
        </p:nvSpPr>
        <p:spPr>
          <a:xfrm>
            <a:off x="484094" y="1421747"/>
            <a:ext cx="10703859" cy="1709571"/>
          </a:xfrm>
          <a:prstGeom prst="rect">
            <a:avLst/>
          </a:prstGeom>
          <a:noFill/>
        </p:spPr>
        <p:txBody>
          <a:bodyPr wrap="square">
            <a:spAutoFit/>
          </a:bodyPr>
          <a:lstStyle/>
          <a:p>
            <a:pPr algn="r" rtl="1">
              <a:lnSpc>
                <a:spcPct val="150000"/>
              </a:lnSpc>
            </a:pPr>
            <a:r>
              <a:rPr lang="en-US" dirty="0"/>
              <a:t> </a:t>
            </a:r>
            <a:r>
              <a:rPr lang="he-IL" dirty="0">
                <a:latin typeface="Assistant" pitchFamily="2" charset="-79"/>
                <a:cs typeface="Assistant" pitchFamily="2" charset="-79"/>
              </a:rPr>
              <a:t>התרשים ממחיש איך החותם משתמש באלגוריתם </a:t>
            </a:r>
            <a:r>
              <a:rPr lang="en-US" dirty="0">
                <a:latin typeface="Assistant" pitchFamily="2" charset="-79"/>
                <a:cs typeface="Assistant" pitchFamily="2" charset="-79"/>
              </a:rPr>
              <a:t>HASH</a:t>
            </a:r>
            <a:r>
              <a:rPr lang="he-IL" dirty="0">
                <a:latin typeface="Assistant" pitchFamily="2" charset="-79"/>
                <a:cs typeface="Assistant" pitchFamily="2" charset="-79"/>
              </a:rPr>
              <a:t> ובמפתח הפרטי שלו ליצירת ה-</a:t>
            </a:r>
            <a:r>
              <a:rPr lang="en-US" dirty="0">
                <a:latin typeface="Assistant" pitchFamily="2" charset="-79"/>
                <a:cs typeface="Assistant" pitchFamily="2" charset="-79"/>
              </a:rPr>
              <a:t>QES</a:t>
            </a:r>
            <a:r>
              <a:rPr lang="he-IL" dirty="0">
                <a:latin typeface="Assistant" pitchFamily="2" charset="-79"/>
                <a:cs typeface="Assistant" pitchFamily="2" charset="-79"/>
              </a:rPr>
              <a:t>:</a:t>
            </a:r>
          </a:p>
          <a:p>
            <a:pPr algn="r" rtl="1">
              <a:lnSpc>
                <a:spcPct val="150000"/>
              </a:lnSpc>
            </a:pPr>
            <a:r>
              <a:rPr lang="he-IL" dirty="0">
                <a:latin typeface="Assistant" pitchFamily="2" charset="-79"/>
                <a:cs typeface="Assistant" pitchFamily="2" charset="-79"/>
              </a:rPr>
              <a:t>מקבל המסמך משתמש במפתח הציבורי של החותם כדי לפענח את ה-</a:t>
            </a:r>
            <a:r>
              <a:rPr lang="en-US" dirty="0">
                <a:latin typeface="Assistant" pitchFamily="2" charset="-79"/>
                <a:cs typeface="Assistant" pitchFamily="2" charset="-79"/>
              </a:rPr>
              <a:t>QES</a:t>
            </a:r>
            <a:r>
              <a:rPr lang="he-IL" dirty="0">
                <a:latin typeface="Assistant" pitchFamily="2" charset="-79"/>
                <a:cs typeface="Assistant" pitchFamily="2" charset="-79"/>
              </a:rPr>
              <a:t> ולוודא שהמסמך לא שונה לאחר החתימה</a:t>
            </a:r>
          </a:p>
          <a:p>
            <a:pPr algn="r" rtl="1">
              <a:lnSpc>
                <a:spcPct val="150000"/>
              </a:lnSpc>
            </a:pPr>
            <a:r>
              <a:rPr lang="he-IL" dirty="0">
                <a:latin typeface="Assistant" pitchFamily="2" charset="-79"/>
                <a:cs typeface="Assistant" pitchFamily="2" charset="-79"/>
              </a:rPr>
              <a:t>המקבל בודק גם שהמפתח היצבורי שייך לחותם, שהתעודה המוסמכת שלו הונפקה ע"י </a:t>
            </a:r>
            <a:r>
              <a:rPr lang="en-US" dirty="0">
                <a:latin typeface="Assistant" pitchFamily="2" charset="-79"/>
                <a:cs typeface="Assistant" pitchFamily="2" charset="-79"/>
              </a:rPr>
              <a:t>QTSP</a:t>
            </a:r>
            <a:r>
              <a:rPr lang="he-IL" dirty="0">
                <a:latin typeface="Assistant" pitchFamily="2" charset="-79"/>
                <a:cs typeface="Assistant" pitchFamily="2" charset="-79"/>
              </a:rPr>
              <a:t> והייתה בתוקף בזמן החתימה, ושה-</a:t>
            </a:r>
            <a:r>
              <a:rPr lang="en-US" dirty="0">
                <a:latin typeface="Assistant" pitchFamily="2" charset="-79"/>
                <a:cs typeface="Assistant" pitchFamily="2" charset="-79"/>
              </a:rPr>
              <a:t>QES</a:t>
            </a:r>
            <a:r>
              <a:rPr lang="he-IL" dirty="0">
                <a:latin typeface="Assistant" pitchFamily="2" charset="-79"/>
                <a:cs typeface="Assistant" pitchFamily="2" charset="-79"/>
              </a:rPr>
              <a:t> נוצרה ע"י תקן </a:t>
            </a:r>
            <a:r>
              <a:rPr lang="en-US" dirty="0">
                <a:latin typeface="Assistant" pitchFamily="2" charset="-79"/>
                <a:cs typeface="Assistant" pitchFamily="2" charset="-79"/>
              </a:rPr>
              <a:t>QSCD</a:t>
            </a:r>
            <a:r>
              <a:rPr lang="he-IL" dirty="0">
                <a:latin typeface="Assistant" pitchFamily="2" charset="-79"/>
                <a:cs typeface="Assistant" pitchFamily="2" charset="-79"/>
              </a:rPr>
              <a:t> (סעיף 32, </a:t>
            </a:r>
            <a:r>
              <a:rPr lang="en-US" dirty="0" err="1">
                <a:latin typeface="Assistant" pitchFamily="2" charset="-79"/>
                <a:cs typeface="Assistant" pitchFamily="2" charset="-79"/>
              </a:rPr>
              <a:t>eIDAS</a:t>
            </a:r>
            <a:r>
              <a:rPr lang="he-IL" dirty="0">
                <a:latin typeface="Assistant" pitchFamily="2" charset="-79"/>
                <a:cs typeface="Assistant" pitchFamily="2" charset="-79"/>
              </a:rPr>
              <a:t>)</a:t>
            </a:r>
          </a:p>
        </p:txBody>
      </p:sp>
      <p:pic>
        <p:nvPicPr>
          <p:cNvPr id="6" name="Picture 5">
            <a:extLst>
              <a:ext uri="{FF2B5EF4-FFF2-40B4-BE49-F238E27FC236}">
                <a16:creationId xmlns:a16="http://schemas.microsoft.com/office/drawing/2014/main" id="{52992397-A7CE-5AFC-F302-75AD97F1CCCE}"/>
              </a:ext>
            </a:extLst>
          </p:cNvPr>
          <p:cNvPicPr>
            <a:picLocks noChangeAspect="1"/>
          </p:cNvPicPr>
          <p:nvPr/>
        </p:nvPicPr>
        <p:blipFill>
          <a:blip r:embed="rId2"/>
          <a:stretch>
            <a:fillRect/>
          </a:stretch>
        </p:blipFill>
        <p:spPr>
          <a:xfrm>
            <a:off x="3466050" y="3115770"/>
            <a:ext cx="5259900" cy="3256128"/>
          </a:xfrm>
          <a:prstGeom prst="rect">
            <a:avLst/>
          </a:prstGeom>
        </p:spPr>
      </p:pic>
    </p:spTree>
    <p:extLst>
      <p:ext uri="{BB962C8B-B14F-4D97-AF65-F5344CB8AC3E}">
        <p14:creationId xmlns:p14="http://schemas.microsoft.com/office/powerpoint/2010/main" val="1526659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99A0E-5A0C-F366-0D67-2723B21C1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7C485-A30A-DC55-916B-859203773E72}"/>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ספקי </a:t>
            </a:r>
            <a:r>
              <a:rPr lang="en-US" dirty="0">
                <a:latin typeface="Assistant ExtraBold" pitchFamily="2" charset="-79"/>
                <a:cs typeface="Assistant ExtraBold" pitchFamily="2" charset="-79"/>
              </a:rPr>
              <a:t>QTSP</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B8C4B254-9F72-8C71-10CD-897D9AAC62EF}"/>
              </a:ext>
            </a:extLst>
          </p:cNvPr>
          <p:cNvSpPr>
            <a:spLocks noGrp="1"/>
          </p:cNvSpPr>
          <p:nvPr>
            <p:ph type="sldNum" sz="quarter" idx="12"/>
          </p:nvPr>
        </p:nvSpPr>
        <p:spPr/>
        <p:txBody>
          <a:bodyPr/>
          <a:lstStyle/>
          <a:p>
            <a:fld id="{D26AA326-C745-46C1-BF23-2FBA916A8B78}" type="slidenum">
              <a:rPr lang="en-IL" smtClean="0"/>
              <a:t>7</a:t>
            </a:fld>
            <a:endParaRPr lang="en-IL"/>
          </a:p>
        </p:txBody>
      </p:sp>
      <p:sp>
        <p:nvSpPr>
          <p:cNvPr id="4" name="TextBox 3">
            <a:extLst>
              <a:ext uri="{FF2B5EF4-FFF2-40B4-BE49-F238E27FC236}">
                <a16:creationId xmlns:a16="http://schemas.microsoft.com/office/drawing/2014/main" id="{47E35390-9624-D64A-099A-060A8B18FAE7}"/>
              </a:ext>
            </a:extLst>
          </p:cNvPr>
          <p:cNvSpPr txBox="1"/>
          <p:nvPr/>
        </p:nvSpPr>
        <p:spPr>
          <a:xfrm>
            <a:off x="484094" y="1421747"/>
            <a:ext cx="10703859" cy="5027017"/>
          </a:xfrm>
          <a:prstGeom prst="rect">
            <a:avLst/>
          </a:prstGeom>
          <a:noFill/>
        </p:spPr>
        <p:txBody>
          <a:bodyPr wrap="square">
            <a:spAutoFit/>
          </a:bodyPr>
          <a:lstStyle/>
          <a:p>
            <a:pPr algn="r" rtl="1">
              <a:lnSpc>
                <a:spcPct val="150000"/>
              </a:lnSpc>
            </a:pPr>
            <a:r>
              <a:rPr lang="en-US" dirty="0"/>
              <a:t> </a:t>
            </a:r>
            <a:r>
              <a:rPr lang="he-IL" dirty="0">
                <a:latin typeface="Assistant" pitchFamily="2" charset="-79"/>
                <a:cs typeface="Assistant" pitchFamily="2" charset="-79"/>
              </a:rPr>
              <a:t>קיימים כ-175 ספקי שירותי אמון מוסמכים (</a:t>
            </a:r>
            <a:r>
              <a:rPr lang="en-US" dirty="0">
                <a:latin typeface="Assistant" pitchFamily="2" charset="-79"/>
                <a:cs typeface="Assistant" pitchFamily="2" charset="-79"/>
              </a:rPr>
              <a:t>QTSPs</a:t>
            </a:r>
            <a:r>
              <a:rPr lang="he-IL" dirty="0">
                <a:latin typeface="Assistant" pitchFamily="2" charset="-79"/>
                <a:cs typeface="Assistant" pitchFamily="2" charset="-79"/>
              </a:rPr>
              <a:t>) פעילים ברשימת אמון (</a:t>
            </a:r>
            <a:r>
              <a:rPr lang="en-US" dirty="0">
                <a:latin typeface="Assistant" pitchFamily="2" charset="-79"/>
                <a:cs typeface="Assistant" pitchFamily="2" charset="-79"/>
              </a:rPr>
              <a:t>Trust List</a:t>
            </a:r>
            <a:r>
              <a:rPr lang="he-IL" dirty="0">
                <a:latin typeface="Assistant" pitchFamily="2" charset="-79"/>
                <a:cs typeface="Assistant" pitchFamily="2" charset="-79"/>
              </a:rPr>
              <a:t>) של האיחוד האירופי המורשים להנפיק תעודות מוסמכות עבור חתימות </a:t>
            </a:r>
            <a:r>
              <a:rPr lang="en-US" dirty="0">
                <a:latin typeface="Assistant" pitchFamily="2" charset="-79"/>
                <a:cs typeface="Assistant" pitchFamily="2" charset="-79"/>
              </a:rPr>
              <a:t>QES</a:t>
            </a:r>
            <a:endParaRPr lang="he-IL" dirty="0">
              <a:latin typeface="Assistant" pitchFamily="2" charset="-79"/>
              <a:cs typeface="Assistant" pitchFamily="2" charset="-79"/>
            </a:endParaRPr>
          </a:p>
          <a:p>
            <a:pPr algn="r" rtl="1">
              <a:lnSpc>
                <a:spcPct val="150000"/>
              </a:lnSpc>
            </a:pPr>
            <a:endParaRPr lang="he-IL" dirty="0">
              <a:latin typeface="Assistant" pitchFamily="2" charset="-79"/>
              <a:cs typeface="Assistant" pitchFamily="2" charset="-79"/>
            </a:endParaRPr>
          </a:p>
          <a:p>
            <a:pPr algn="r" rtl="1">
              <a:lnSpc>
                <a:spcPct val="150000"/>
              </a:lnSpc>
            </a:pPr>
            <a:r>
              <a:rPr lang="he-IL" dirty="0">
                <a:latin typeface="Assistant" pitchFamily="2" charset="-79"/>
                <a:cs typeface="Assistant" pitchFamily="2" charset="-79"/>
              </a:rPr>
              <a:t>על כל </a:t>
            </a:r>
            <a:r>
              <a:rPr lang="en-US" dirty="0">
                <a:latin typeface="Assistant" pitchFamily="2" charset="-79"/>
                <a:cs typeface="Assistant" pitchFamily="2" charset="-79"/>
              </a:rPr>
              <a:t>QTSP</a:t>
            </a:r>
            <a:r>
              <a:rPr lang="he-IL" dirty="0">
                <a:latin typeface="Assistant" pitchFamily="2" charset="-79"/>
                <a:cs typeface="Assistant" pitchFamily="2" charset="-79"/>
              </a:rPr>
              <a:t> לאמת את זהות החותם בהתאם לדרישות סעיף 24 של תקנת ה-</a:t>
            </a:r>
            <a:r>
              <a:rPr lang="en-US" dirty="0" err="1">
                <a:latin typeface="Assistant" pitchFamily="2" charset="-79"/>
                <a:cs typeface="Assistant" pitchFamily="2" charset="-79"/>
              </a:rPr>
              <a:t>eIDAS</a:t>
            </a:r>
            <a:r>
              <a:rPr lang="he-IL" dirty="0">
                <a:latin typeface="Assistant" pitchFamily="2" charset="-79"/>
                <a:cs typeface="Assistant" pitchFamily="2" charset="-79"/>
              </a:rPr>
              <a:t>. בעבר, הדבר דרש מהחותם נוחכות פיזת, היום ניתן לאמת זהות מרחוק ומאפשר ל-</a:t>
            </a:r>
            <a:r>
              <a:rPr lang="en-US" dirty="0">
                <a:latin typeface="Assistant" pitchFamily="2" charset="-79"/>
                <a:cs typeface="Assistant" pitchFamily="2" charset="-79"/>
              </a:rPr>
              <a:t>QTSP</a:t>
            </a:r>
            <a:r>
              <a:rPr lang="he-IL" dirty="0">
                <a:latin typeface="Assistant" pitchFamily="2" charset="-79"/>
                <a:cs typeface="Assistant" pitchFamily="2" charset="-79"/>
              </a:rPr>
              <a:t> להציע אימות בווידאו, או אימות ביומטרי של הפנים (לעיתים קרובות תוך שימוש ב-</a:t>
            </a:r>
            <a:r>
              <a:rPr lang="en-US" dirty="0">
                <a:latin typeface="Assistant" pitchFamily="2" charset="-79"/>
                <a:cs typeface="Assistant" pitchFamily="2" charset="-79"/>
              </a:rPr>
              <a:t>NFC</a:t>
            </a:r>
            <a:r>
              <a:rPr lang="he-IL" dirty="0">
                <a:latin typeface="Assistant" pitchFamily="2" charset="-79"/>
                <a:cs typeface="Assistant" pitchFamily="2" charset="-79"/>
              </a:rPr>
              <a:t>) כדי להנפיק לחותם תעודה מוסמת לחתימת </a:t>
            </a:r>
            <a:r>
              <a:rPr lang="en-US" dirty="0">
                <a:latin typeface="Assistant" pitchFamily="2" charset="-79"/>
                <a:cs typeface="Assistant" pitchFamily="2" charset="-79"/>
              </a:rPr>
              <a:t>QES</a:t>
            </a:r>
            <a:endParaRPr lang="he-IL" dirty="0">
              <a:latin typeface="Assistant" pitchFamily="2" charset="-79"/>
              <a:cs typeface="Assistant" pitchFamily="2" charset="-79"/>
            </a:endParaRPr>
          </a:p>
          <a:p>
            <a:pPr algn="r" rtl="1">
              <a:lnSpc>
                <a:spcPct val="150000"/>
              </a:lnSpc>
            </a:pPr>
            <a:endParaRPr lang="he-IL" dirty="0">
              <a:latin typeface="Assistant" pitchFamily="2" charset="-79"/>
              <a:cs typeface="Assistant" pitchFamily="2" charset="-79"/>
            </a:endParaRPr>
          </a:p>
          <a:p>
            <a:pPr algn="r" rtl="1">
              <a:lnSpc>
                <a:spcPct val="150000"/>
              </a:lnSpc>
            </a:pPr>
            <a:r>
              <a:rPr lang="he-IL" dirty="0">
                <a:latin typeface="Assistant" pitchFamily="2" charset="-79"/>
                <a:cs typeface="Assistant" pitchFamily="2" charset="-79"/>
              </a:rPr>
              <a:t>כיום, חתימה מרחוק ב-</a:t>
            </a:r>
            <a:r>
              <a:rPr lang="en-US" dirty="0">
                <a:latin typeface="Assistant" pitchFamily="2" charset="-79"/>
                <a:cs typeface="Assistant" pitchFamily="2" charset="-79"/>
              </a:rPr>
              <a:t>QES</a:t>
            </a:r>
            <a:r>
              <a:rPr lang="he-IL" dirty="0">
                <a:latin typeface="Assistant" pitchFamily="2" charset="-79"/>
                <a:cs typeface="Assistant" pitchFamily="2" charset="-79"/>
              </a:rPr>
              <a:t> על גבי פלטפורמת חתימה אלקטרונית החליפנ את החתימה המשתמשת בתעודות מוסמכות ובזוגות מפתחות המאוחסנים על גבי התקני </a:t>
            </a:r>
            <a:r>
              <a:rPr lang="en-US" dirty="0">
                <a:latin typeface="Assistant" pitchFamily="2" charset="-79"/>
                <a:cs typeface="Assistant" pitchFamily="2" charset="-79"/>
              </a:rPr>
              <a:t>USB</a:t>
            </a:r>
            <a:r>
              <a:rPr lang="he-IL" dirty="0">
                <a:latin typeface="Assistant" pitchFamily="2" charset="-79"/>
                <a:cs typeface="Assistant" pitchFamily="2" charset="-79"/>
              </a:rPr>
              <a:t> או כרטיסים חכמים. להרבה </a:t>
            </a:r>
            <a:r>
              <a:rPr lang="en-US" dirty="0">
                <a:latin typeface="Assistant" pitchFamily="2" charset="-79"/>
                <a:cs typeface="Assistant" pitchFamily="2" charset="-79"/>
              </a:rPr>
              <a:t>QTSP</a:t>
            </a:r>
            <a:r>
              <a:rPr lang="he-IL" dirty="0">
                <a:latin typeface="Assistant" pitchFamily="2" charset="-79"/>
                <a:cs typeface="Assistant" pitchFamily="2" charset="-79"/>
              </a:rPr>
              <a:t> ברשימת האמון של האיחוד יש אינטגרציה לממשקי </a:t>
            </a:r>
            <a:r>
              <a:rPr lang="en-US" dirty="0">
                <a:latin typeface="Assistant" pitchFamily="2" charset="-79"/>
                <a:cs typeface="Assistant" pitchFamily="2" charset="-79"/>
              </a:rPr>
              <a:t>API</a:t>
            </a:r>
            <a:r>
              <a:rPr lang="he-IL" dirty="0">
                <a:latin typeface="Assistant" pitchFamily="2" charset="-79"/>
                <a:cs typeface="Assistant" pitchFamily="2" charset="-79"/>
              </a:rPr>
              <a:t> עם פלטפורמה מסחרית. </a:t>
            </a:r>
          </a:p>
          <a:p>
            <a:pPr algn="r" rtl="1">
              <a:lnSpc>
                <a:spcPct val="150000"/>
              </a:lnSpc>
            </a:pPr>
            <a:r>
              <a:rPr lang="he-IL" dirty="0">
                <a:latin typeface="Assistant" pitchFamily="2" charset="-79"/>
                <a:cs typeface="Assistant" pitchFamily="2" charset="-79"/>
              </a:rPr>
              <a:t>למרות שחתימת </a:t>
            </a:r>
            <a:r>
              <a:rPr lang="en-US" dirty="0">
                <a:latin typeface="Assistant" pitchFamily="2" charset="-79"/>
                <a:cs typeface="Assistant" pitchFamily="2" charset="-79"/>
              </a:rPr>
              <a:t>QES</a:t>
            </a:r>
            <a:r>
              <a:rPr lang="he-IL" dirty="0">
                <a:latin typeface="Assistant" pitchFamily="2" charset="-79"/>
                <a:cs typeface="Assistant" pitchFamily="2" charset="-79"/>
              </a:rPr>
              <a:t> זמינה באופן נרחב באיחוד היא עדיין שיטת חתימה פחות פופולרית מאשר שימוש בחתימה אלקטרונית פשוטה המבוססת על </a:t>
            </a:r>
            <a:r>
              <a:rPr lang="en-US" dirty="0">
                <a:latin typeface="Assistant" pitchFamily="2" charset="-79"/>
                <a:cs typeface="Assistant" pitchFamily="2" charset="-79"/>
              </a:rPr>
              <a:t>OTP</a:t>
            </a:r>
            <a:endParaRPr lang="he-IL" dirty="0">
              <a:latin typeface="Assistant" pitchFamily="2" charset="-79"/>
              <a:cs typeface="Assistant" pitchFamily="2" charset="-79"/>
            </a:endParaRPr>
          </a:p>
        </p:txBody>
      </p:sp>
    </p:spTree>
    <p:extLst>
      <p:ext uri="{BB962C8B-B14F-4D97-AF65-F5344CB8AC3E}">
        <p14:creationId xmlns:p14="http://schemas.microsoft.com/office/powerpoint/2010/main" val="3353802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5AB13-1D20-C406-8C10-8885B949C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7CCA0-6F14-FE5A-7D33-7AC83C179A8F}"/>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שימוש בחתימה דיגיטלית</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62A0B81E-A529-F14F-3120-7E511B6E15E4}"/>
              </a:ext>
            </a:extLst>
          </p:cNvPr>
          <p:cNvSpPr>
            <a:spLocks noGrp="1"/>
          </p:cNvSpPr>
          <p:nvPr>
            <p:ph type="sldNum" sz="quarter" idx="12"/>
          </p:nvPr>
        </p:nvSpPr>
        <p:spPr/>
        <p:txBody>
          <a:bodyPr/>
          <a:lstStyle/>
          <a:p>
            <a:fld id="{D26AA326-C745-46C1-BF23-2FBA916A8B78}" type="slidenum">
              <a:rPr lang="en-IL" smtClean="0"/>
              <a:t>8</a:t>
            </a:fld>
            <a:endParaRPr lang="en-IL"/>
          </a:p>
        </p:txBody>
      </p:sp>
      <p:sp>
        <p:nvSpPr>
          <p:cNvPr id="4" name="TextBox 3">
            <a:extLst>
              <a:ext uri="{FF2B5EF4-FFF2-40B4-BE49-F238E27FC236}">
                <a16:creationId xmlns:a16="http://schemas.microsoft.com/office/drawing/2014/main" id="{FE46EED8-53FC-DF42-BCE5-EB84DC3776E3}"/>
              </a:ext>
            </a:extLst>
          </p:cNvPr>
          <p:cNvSpPr txBox="1"/>
          <p:nvPr/>
        </p:nvSpPr>
        <p:spPr>
          <a:xfrm>
            <a:off x="744071" y="2040312"/>
            <a:ext cx="10703859" cy="3373231"/>
          </a:xfrm>
          <a:prstGeom prst="rect">
            <a:avLst/>
          </a:prstGeom>
          <a:noFill/>
        </p:spPr>
        <p:txBody>
          <a:bodyPr wrap="square">
            <a:spAutoFit/>
          </a:bodyPr>
          <a:lstStyle/>
          <a:p>
            <a:pPr algn="r" rtl="1">
              <a:lnSpc>
                <a:spcPct val="150000"/>
              </a:lnSpc>
            </a:pPr>
            <a:r>
              <a:rPr lang="he-IL" dirty="0">
                <a:latin typeface="Assistant" pitchFamily="2" charset="-79"/>
                <a:cs typeface="Assistant" pitchFamily="2" charset="-79"/>
              </a:rPr>
              <a:t>חידוש תקנת ה-</a:t>
            </a:r>
            <a:r>
              <a:rPr lang="en-US" dirty="0" err="1">
                <a:latin typeface="Assistant" pitchFamily="2" charset="-79"/>
                <a:cs typeface="Assistant" pitchFamily="2" charset="-79"/>
              </a:rPr>
              <a:t>eIDAS</a:t>
            </a:r>
            <a:r>
              <a:rPr lang="he-IL" dirty="0">
                <a:latin typeface="Assistant" pitchFamily="2" charset="-79"/>
                <a:cs typeface="Assistant" pitchFamily="2" charset="-79"/>
              </a:rPr>
              <a:t> מציין כי "השימוש בחתימה אלקטרונית מוסמכת צריך להיות ללא תשלום עבור כל האנשים הפרטיים למטרות שאינן מקצועיות. על המדינות החברות להתקין אמצעים שימנעו שימוש בחתימות אלקטרוניות מוסמכות למטרות מקצועיות על ידי אנשים פרטיים ללא תשלום, תוך הבטחה שאמצעים אלו יהיו פרופורציונליים לסיכונים שזוהו ויהיו מוצדקים"</a:t>
            </a:r>
          </a:p>
          <a:p>
            <a:pPr algn="r" rtl="1">
              <a:lnSpc>
                <a:spcPct val="150000"/>
              </a:lnSpc>
            </a:pPr>
            <a:endParaRPr lang="he-IL" dirty="0">
              <a:latin typeface="Assistant" pitchFamily="2" charset="-79"/>
              <a:cs typeface="Assistant" pitchFamily="2" charset="-79"/>
            </a:endParaRPr>
          </a:p>
          <a:p>
            <a:pPr algn="r" rtl="1">
              <a:lnSpc>
                <a:spcPct val="150000"/>
              </a:lnSpc>
            </a:pPr>
            <a:r>
              <a:rPr lang="he-IL" dirty="0">
                <a:latin typeface="Assistant" pitchFamily="2" charset="-79"/>
                <a:cs typeface="Assistant" pitchFamily="2" charset="-79"/>
              </a:rPr>
              <a:t>סעיף 24 (</a:t>
            </a:r>
            <a:r>
              <a:rPr lang="en-US" dirty="0">
                <a:latin typeface="Assistant" pitchFamily="2" charset="-79"/>
                <a:cs typeface="Assistant" pitchFamily="2" charset="-79"/>
              </a:rPr>
              <a:t>a1</a:t>
            </a:r>
            <a:r>
              <a:rPr lang="he-IL" dirty="0">
                <a:latin typeface="Assistant" pitchFamily="2" charset="-79"/>
                <a:cs typeface="Assistant" pitchFamily="2" charset="-79"/>
              </a:rPr>
              <a:t>)(</a:t>
            </a:r>
            <a:r>
              <a:rPr lang="en-US" dirty="0">
                <a:latin typeface="Assistant" pitchFamily="2" charset="-79"/>
                <a:cs typeface="Assistant" pitchFamily="2" charset="-79"/>
              </a:rPr>
              <a:t>a</a:t>
            </a:r>
            <a:r>
              <a:rPr lang="he-IL" dirty="0">
                <a:latin typeface="Assistant" pitchFamily="2" charset="-79"/>
                <a:cs typeface="Assistant" pitchFamily="2" charset="-79"/>
              </a:rPr>
              <a:t>) מאפשר לספק </a:t>
            </a:r>
            <a:r>
              <a:rPr lang="en-US" dirty="0">
                <a:latin typeface="Assistant" pitchFamily="2" charset="-79"/>
                <a:cs typeface="Assistant" pitchFamily="2" charset="-79"/>
              </a:rPr>
              <a:t>QTSP</a:t>
            </a:r>
            <a:r>
              <a:rPr lang="he-IL" dirty="0">
                <a:latin typeface="Assistant" pitchFamily="2" charset="-79"/>
                <a:cs typeface="Assistant" pitchFamily="2" charset="-79"/>
              </a:rPr>
              <a:t> להסתמך על אנרק ה-</a:t>
            </a:r>
            <a:r>
              <a:rPr lang="en-US" dirty="0">
                <a:latin typeface="Assistant" pitchFamily="2" charset="-79"/>
                <a:cs typeface="Assistant" pitchFamily="2" charset="-79"/>
              </a:rPr>
              <a:t>EUDI</a:t>
            </a:r>
            <a:r>
              <a:rPr lang="he-IL" dirty="0">
                <a:latin typeface="Assistant" pitchFamily="2" charset="-79"/>
                <a:cs typeface="Assistant" pitchFamily="2" charset="-79"/>
              </a:rPr>
              <a:t> לצורך אימות זהות, זאת כיוון שהארנק עומד בדרישות אבטחה </a:t>
            </a:r>
            <a:r>
              <a:rPr lang="en-US" dirty="0">
                <a:latin typeface="Assistant" pitchFamily="2" charset="-79"/>
                <a:cs typeface="Assistant" pitchFamily="2" charset="-79"/>
              </a:rPr>
              <a:t>High</a:t>
            </a:r>
            <a:r>
              <a:rPr lang="he-IL" dirty="0">
                <a:latin typeface="Assistant" pitchFamily="2" charset="-79"/>
                <a:cs typeface="Assistant" pitchFamily="2" charset="-79"/>
              </a:rPr>
              <a:t> בנוגע להוכחת זהות, אימות נתונים ואימות זהות (סעיף </a:t>
            </a:r>
            <a:r>
              <a:rPr lang="en-US" dirty="0">
                <a:latin typeface="Assistant" pitchFamily="2" charset="-79"/>
                <a:cs typeface="Assistant" pitchFamily="2" charset="-79"/>
              </a:rPr>
              <a:t>5a(5)(d)</a:t>
            </a:r>
            <a:r>
              <a:rPr lang="he-IL" dirty="0">
                <a:latin typeface="Assistant" pitchFamily="2" charset="-79"/>
                <a:cs typeface="Assistant" pitchFamily="2" charset="-79"/>
              </a:rPr>
              <a:t>). התוצאה הסופית – פישוט והאצה של תהליך לאימות זהות החותם והנפקת התעודה המוסמת ל-</a:t>
            </a:r>
            <a:r>
              <a:rPr lang="en-US" dirty="0">
                <a:latin typeface="Assistant" pitchFamily="2" charset="-79"/>
                <a:cs typeface="Assistant" pitchFamily="2" charset="-79"/>
              </a:rPr>
              <a:t>QES</a:t>
            </a:r>
            <a:r>
              <a:rPr lang="he-IL" dirty="0">
                <a:latin typeface="Assistant" pitchFamily="2" charset="-79"/>
                <a:cs typeface="Assistant" pitchFamily="2" charset="-79"/>
              </a:rPr>
              <a:t> באופן מיידי. הארנק יאפשר חתימה מרחוק ב-</a:t>
            </a:r>
            <a:r>
              <a:rPr lang="en-US" dirty="0">
                <a:latin typeface="Assistant" pitchFamily="2" charset="-79"/>
                <a:cs typeface="Assistant" pitchFamily="2" charset="-79"/>
              </a:rPr>
              <a:t>QES</a:t>
            </a:r>
            <a:r>
              <a:rPr lang="he-IL" dirty="0">
                <a:latin typeface="Assistant" pitchFamily="2" charset="-79"/>
                <a:cs typeface="Assistant" pitchFamily="2" charset="-79"/>
              </a:rPr>
              <a:t> כחלק מהתקן </a:t>
            </a:r>
            <a:r>
              <a:rPr lang="en-US" dirty="0">
                <a:latin typeface="Assistant" pitchFamily="2" charset="-79"/>
                <a:cs typeface="Assistant" pitchFamily="2" charset="-79"/>
              </a:rPr>
              <a:t>QSCD</a:t>
            </a:r>
            <a:r>
              <a:rPr lang="he-IL" dirty="0">
                <a:latin typeface="Assistant" pitchFamily="2" charset="-79"/>
                <a:cs typeface="Assistant" pitchFamily="2" charset="-79"/>
              </a:rPr>
              <a:t> (</a:t>
            </a:r>
            <a:r>
              <a:rPr lang="en-US" dirty="0">
                <a:latin typeface="Assistant" pitchFamily="2" charset="-79"/>
                <a:cs typeface="Assistant" pitchFamily="2" charset="-79"/>
              </a:rPr>
              <a:t>(Qualified Signature Creation Device</a:t>
            </a:r>
            <a:r>
              <a:rPr lang="he-IL" dirty="0">
                <a:latin typeface="Assistant" pitchFamily="2" charset="-79"/>
                <a:cs typeface="Assistant" pitchFamily="2" charset="-79"/>
              </a:rPr>
              <a:t> מרוחק המנוהל ע"י </a:t>
            </a:r>
            <a:r>
              <a:rPr lang="en-US" dirty="0">
                <a:latin typeface="Assistant" pitchFamily="2" charset="-79"/>
                <a:cs typeface="Assistant" pitchFamily="2" charset="-79"/>
              </a:rPr>
              <a:t>QTSP</a:t>
            </a:r>
            <a:r>
              <a:rPr lang="he-IL" dirty="0">
                <a:latin typeface="Assistant" pitchFamily="2" charset="-79"/>
                <a:cs typeface="Assistant" pitchFamily="2" charset="-79"/>
              </a:rPr>
              <a:t>. </a:t>
            </a:r>
          </a:p>
        </p:txBody>
      </p:sp>
    </p:spTree>
    <p:extLst>
      <p:ext uri="{BB962C8B-B14F-4D97-AF65-F5344CB8AC3E}">
        <p14:creationId xmlns:p14="http://schemas.microsoft.com/office/powerpoint/2010/main" val="3739286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125D-F376-88E7-2795-F88120640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65592-D74C-3180-5C84-ADCBFAB7B2A1}"/>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תהליך הנפקדת תעודה מוסמכת</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06B2EC3A-2BCD-B373-DC77-FF17CA4D66A3}"/>
              </a:ext>
            </a:extLst>
          </p:cNvPr>
          <p:cNvSpPr>
            <a:spLocks noGrp="1"/>
          </p:cNvSpPr>
          <p:nvPr>
            <p:ph type="sldNum" sz="quarter" idx="12"/>
          </p:nvPr>
        </p:nvSpPr>
        <p:spPr/>
        <p:txBody>
          <a:bodyPr/>
          <a:lstStyle/>
          <a:p>
            <a:fld id="{D26AA326-C745-46C1-BF23-2FBA916A8B78}" type="slidenum">
              <a:rPr lang="en-IL" smtClean="0"/>
              <a:t>9</a:t>
            </a:fld>
            <a:endParaRPr lang="en-IL"/>
          </a:p>
        </p:txBody>
      </p:sp>
      <p:pic>
        <p:nvPicPr>
          <p:cNvPr id="6" name="Picture 5">
            <a:extLst>
              <a:ext uri="{FF2B5EF4-FFF2-40B4-BE49-F238E27FC236}">
                <a16:creationId xmlns:a16="http://schemas.microsoft.com/office/drawing/2014/main" id="{492AA7FA-8C2F-56E5-ADB7-23C4AAA4F770}"/>
              </a:ext>
            </a:extLst>
          </p:cNvPr>
          <p:cNvPicPr>
            <a:picLocks noChangeAspect="1"/>
          </p:cNvPicPr>
          <p:nvPr/>
        </p:nvPicPr>
        <p:blipFill>
          <a:blip r:embed="rId2"/>
          <a:stretch>
            <a:fillRect/>
          </a:stretch>
        </p:blipFill>
        <p:spPr>
          <a:xfrm>
            <a:off x="3716635" y="1722272"/>
            <a:ext cx="4758729" cy="4634078"/>
          </a:xfrm>
          <a:prstGeom prst="rect">
            <a:avLst/>
          </a:prstGeom>
        </p:spPr>
      </p:pic>
    </p:spTree>
    <p:extLst>
      <p:ext uri="{BB962C8B-B14F-4D97-AF65-F5344CB8AC3E}">
        <p14:creationId xmlns:p14="http://schemas.microsoft.com/office/powerpoint/2010/main" val="1807493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FED89-8099-EEC5-BCCC-4DE98DA6A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BCE9B-7E65-B909-ED9E-83E98165AE11}"/>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שימוש בחתימה דיגיטלית</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9284FD7F-B51A-74D1-F878-1987E09A6FA9}"/>
              </a:ext>
            </a:extLst>
          </p:cNvPr>
          <p:cNvSpPr>
            <a:spLocks noGrp="1"/>
          </p:cNvSpPr>
          <p:nvPr>
            <p:ph type="sldNum" sz="quarter" idx="12"/>
          </p:nvPr>
        </p:nvSpPr>
        <p:spPr/>
        <p:txBody>
          <a:bodyPr/>
          <a:lstStyle/>
          <a:p>
            <a:fld id="{D26AA326-C745-46C1-BF23-2FBA916A8B78}" type="slidenum">
              <a:rPr lang="en-IL" smtClean="0"/>
              <a:t>10</a:t>
            </a:fld>
            <a:endParaRPr lang="en-IL"/>
          </a:p>
        </p:txBody>
      </p:sp>
      <p:sp>
        <p:nvSpPr>
          <p:cNvPr id="4" name="TextBox 3">
            <a:extLst>
              <a:ext uri="{FF2B5EF4-FFF2-40B4-BE49-F238E27FC236}">
                <a16:creationId xmlns:a16="http://schemas.microsoft.com/office/drawing/2014/main" id="{51641503-0650-E7F0-6ECE-119DD826EF75}"/>
              </a:ext>
            </a:extLst>
          </p:cNvPr>
          <p:cNvSpPr txBox="1"/>
          <p:nvPr/>
        </p:nvSpPr>
        <p:spPr>
          <a:xfrm>
            <a:off x="744071" y="1959629"/>
            <a:ext cx="10703859" cy="1295739"/>
          </a:xfrm>
          <a:prstGeom prst="rect">
            <a:avLst/>
          </a:prstGeom>
          <a:noFill/>
        </p:spPr>
        <p:txBody>
          <a:bodyPr wrap="square">
            <a:spAutoFit/>
          </a:bodyPr>
          <a:lstStyle/>
          <a:p>
            <a:pPr algn="r" rtl="1">
              <a:lnSpc>
                <a:spcPct val="150000"/>
              </a:lnSpc>
            </a:pPr>
            <a:r>
              <a:rPr lang="he-IL" dirty="0">
                <a:latin typeface="Assistant" pitchFamily="2" charset="-79"/>
                <a:cs typeface="Assistant" pitchFamily="2" charset="-79"/>
              </a:rPr>
              <a:t>סעיף </a:t>
            </a:r>
            <a:r>
              <a:rPr lang="en-US" dirty="0" err="1">
                <a:latin typeface="Assistant" pitchFamily="2" charset="-79"/>
                <a:cs typeface="Assistant" pitchFamily="2" charset="-79"/>
              </a:rPr>
              <a:t>eIDAS</a:t>
            </a:r>
            <a:r>
              <a:rPr lang="he-IL" dirty="0">
                <a:latin typeface="Assistant" pitchFamily="2" charset="-79"/>
                <a:cs typeface="Assistant" pitchFamily="2" charset="-79"/>
              </a:rPr>
              <a:t> </a:t>
            </a:r>
            <a:r>
              <a:rPr lang="en-US" dirty="0">
                <a:latin typeface="Assistant" pitchFamily="2" charset="-79"/>
                <a:cs typeface="Assistant" pitchFamily="2" charset="-79"/>
              </a:rPr>
              <a:t>5a(5)(g)</a:t>
            </a:r>
            <a:r>
              <a:rPr lang="he-IL" dirty="0">
                <a:latin typeface="Assistant" pitchFamily="2" charset="-79"/>
                <a:cs typeface="Assistant" pitchFamily="2" charset="-79"/>
              </a:rPr>
              <a:t> קובע כי ארנק ה-</a:t>
            </a:r>
            <a:r>
              <a:rPr lang="en-US" dirty="0">
                <a:latin typeface="Assistant" pitchFamily="2" charset="-79"/>
                <a:cs typeface="Assistant" pitchFamily="2" charset="-79"/>
              </a:rPr>
              <a:t>EUDI </a:t>
            </a:r>
            <a:r>
              <a:rPr lang="he-IL" dirty="0">
                <a:latin typeface="Assistant" pitchFamily="2" charset="-79"/>
                <a:cs typeface="Assistant" pitchFamily="2" charset="-79"/>
              </a:rPr>
              <a:t> מציע "לכל האנשים הפרטיים את היכולת לחתום באמצעות חתימות אלקטרוניות מוסמכות (</a:t>
            </a:r>
            <a:r>
              <a:rPr lang="en-US" dirty="0">
                <a:latin typeface="Assistant" pitchFamily="2" charset="-79"/>
                <a:cs typeface="Assistant" pitchFamily="2" charset="-79"/>
              </a:rPr>
              <a:t>QES</a:t>
            </a:r>
            <a:r>
              <a:rPr lang="he-IL" dirty="0">
                <a:latin typeface="Assistant" pitchFamily="2" charset="-79"/>
                <a:cs typeface="Assistant" pitchFamily="2" charset="-79"/>
              </a:rPr>
              <a:t>) כברירת מחדל וללא תשלום". עם זאת, קביעה זו כפופה לסייג חשוב: המדינות החברות באיחוד האירופי רשאיות לנקוט "אמצעים פרופורציונליים" כדי להגביל את השימוש ב-</a:t>
            </a:r>
            <a:r>
              <a:rPr lang="en-US" dirty="0">
                <a:latin typeface="Assistant" pitchFamily="2" charset="-79"/>
                <a:cs typeface="Assistant" pitchFamily="2" charset="-79"/>
              </a:rPr>
              <a:t> QES </a:t>
            </a:r>
            <a:r>
              <a:rPr lang="he-IL" dirty="0">
                <a:latin typeface="Assistant" pitchFamily="2" charset="-79"/>
                <a:cs typeface="Assistant" pitchFamily="2" charset="-79"/>
              </a:rPr>
              <a:t>ללא תשלום ל"מטרות שאינן מקצועיות" בלבד</a:t>
            </a:r>
            <a:endParaRPr lang="en-US" dirty="0">
              <a:latin typeface="Assistant" pitchFamily="2" charset="-79"/>
              <a:cs typeface="Assistant" pitchFamily="2" charset="-79"/>
            </a:endParaRPr>
          </a:p>
        </p:txBody>
      </p:sp>
    </p:spTree>
    <p:extLst>
      <p:ext uri="{BB962C8B-B14F-4D97-AF65-F5344CB8AC3E}">
        <p14:creationId xmlns:p14="http://schemas.microsoft.com/office/powerpoint/2010/main" val="2827143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C30FF-D2C5-154B-D3FE-088E26B53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AE665-838B-644F-119E-6D96EADAF05F}"/>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הנפקת התעודה והזדהות</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809A44AD-6975-2635-9FCB-8E469296476C}"/>
              </a:ext>
            </a:extLst>
          </p:cNvPr>
          <p:cNvSpPr>
            <a:spLocks noGrp="1"/>
          </p:cNvSpPr>
          <p:nvPr>
            <p:ph type="sldNum" sz="quarter" idx="12"/>
          </p:nvPr>
        </p:nvSpPr>
        <p:spPr/>
        <p:txBody>
          <a:bodyPr/>
          <a:lstStyle/>
          <a:p>
            <a:fld id="{D26AA326-C745-46C1-BF23-2FBA916A8B78}" type="slidenum">
              <a:rPr lang="en-IL" smtClean="0"/>
              <a:t>11</a:t>
            </a:fld>
            <a:endParaRPr lang="en-IL"/>
          </a:p>
        </p:txBody>
      </p:sp>
      <p:sp>
        <p:nvSpPr>
          <p:cNvPr id="4" name="TextBox 3">
            <a:extLst>
              <a:ext uri="{FF2B5EF4-FFF2-40B4-BE49-F238E27FC236}">
                <a16:creationId xmlns:a16="http://schemas.microsoft.com/office/drawing/2014/main" id="{947B84EF-DAEA-E9F1-7593-CFF03297BF7F}"/>
              </a:ext>
            </a:extLst>
          </p:cNvPr>
          <p:cNvSpPr txBox="1"/>
          <p:nvPr/>
        </p:nvSpPr>
        <p:spPr>
          <a:xfrm>
            <a:off x="484094" y="1421747"/>
            <a:ext cx="10703859" cy="3788858"/>
          </a:xfrm>
          <a:prstGeom prst="rect">
            <a:avLst/>
          </a:prstGeom>
          <a:noFill/>
        </p:spPr>
        <p:txBody>
          <a:bodyPr wrap="square">
            <a:spAutoFit/>
          </a:bodyPr>
          <a:lstStyle/>
          <a:p>
            <a:pPr algn="r" rtl="1">
              <a:lnSpc>
                <a:spcPct val="150000"/>
              </a:lnSpc>
            </a:pPr>
            <a:r>
              <a:rPr lang="he-IL" dirty="0">
                <a:latin typeface="Assistant" pitchFamily="2" charset="-79"/>
                <a:cs typeface="Assistant" pitchFamily="2" charset="-79"/>
              </a:rPr>
              <a:t>הנפקת התעודה מוסמכת מתבצעת ע"י ספק שירות אמון מוסמך (</a:t>
            </a:r>
            <a:r>
              <a:rPr lang="en-US" dirty="0">
                <a:latin typeface="Assistant" pitchFamily="2" charset="-79"/>
                <a:cs typeface="Assistant" pitchFamily="2" charset="-79"/>
              </a:rPr>
              <a:t>QTSP</a:t>
            </a:r>
            <a:r>
              <a:rPr lang="he-IL" dirty="0">
                <a:latin typeface="Assistant" pitchFamily="2" charset="-79"/>
                <a:cs typeface="Assistant" pitchFamily="2" charset="-79"/>
              </a:rPr>
              <a:t>):</a:t>
            </a:r>
          </a:p>
          <a:p>
            <a:pPr marL="285750" indent="-285750" algn="r" rtl="1">
              <a:lnSpc>
                <a:spcPct val="150000"/>
              </a:lnSpc>
              <a:buFontTx/>
              <a:buChar char="-"/>
            </a:pPr>
            <a:r>
              <a:rPr lang="he-IL" dirty="0">
                <a:latin typeface="Assistant" pitchFamily="2" charset="-79"/>
                <a:cs typeface="Assistant" pitchFamily="2" charset="-79"/>
              </a:rPr>
              <a:t>אימות זהות:ה-</a:t>
            </a:r>
            <a:r>
              <a:rPr lang="en-US" dirty="0">
                <a:latin typeface="Assistant" pitchFamily="2" charset="-79"/>
                <a:cs typeface="Assistant" pitchFamily="2" charset="-79"/>
              </a:rPr>
              <a:t>QTSP</a:t>
            </a:r>
            <a:r>
              <a:rPr lang="he-IL" dirty="0">
                <a:latin typeface="Assistant" pitchFamily="2" charset="-79"/>
                <a:cs typeface="Assistant" pitchFamily="2" charset="-79"/>
              </a:rPr>
              <a:t> חייבת לאמת את זהות החותם, ויכול לעשות זאת מרחוק באמצעות:</a:t>
            </a:r>
          </a:p>
          <a:p>
            <a:pPr marL="742950" lvl="1" indent="-285750" algn="r" rtl="1">
              <a:lnSpc>
                <a:spcPct val="150000"/>
              </a:lnSpc>
              <a:buFontTx/>
              <a:buChar char="-"/>
            </a:pPr>
            <a:r>
              <a:rPr lang="he-IL" dirty="0">
                <a:latin typeface="Assistant" pitchFamily="2" charset="-79"/>
                <a:cs typeface="Assistant" pitchFamily="2" charset="-79"/>
              </a:rPr>
              <a:t>אימות באמצעות וידאו </a:t>
            </a:r>
          </a:p>
          <a:p>
            <a:pPr marL="742950" lvl="1" indent="-285750" algn="r" rtl="1">
              <a:lnSpc>
                <a:spcPct val="150000"/>
              </a:lnSpc>
              <a:buFontTx/>
              <a:buChar char="-"/>
            </a:pPr>
            <a:r>
              <a:rPr lang="he-IL" dirty="0">
                <a:latin typeface="Assistant" pitchFamily="2" charset="-79"/>
                <a:cs typeface="Assistant" pitchFamily="2" charset="-79"/>
              </a:rPr>
              <a:t>אימות ביומטרי של הפנים (לעיתים קרובות בשילוב טכנולוגיית </a:t>
            </a:r>
            <a:r>
              <a:rPr lang="en-US" dirty="0">
                <a:latin typeface="Assistant" pitchFamily="2" charset="-79"/>
                <a:cs typeface="Assistant" pitchFamily="2" charset="-79"/>
              </a:rPr>
              <a:t>NFC</a:t>
            </a:r>
            <a:r>
              <a:rPr lang="he-IL" dirty="0">
                <a:latin typeface="Assistant" pitchFamily="2" charset="-79"/>
                <a:cs typeface="Assistant" pitchFamily="2" charset="-79"/>
              </a:rPr>
              <a:t> לקרית שבב הדרכון/תז)</a:t>
            </a:r>
          </a:p>
          <a:p>
            <a:pPr marL="742950" lvl="1" indent="-285750" algn="r" rtl="1">
              <a:lnSpc>
                <a:spcPct val="150000"/>
              </a:lnSpc>
              <a:buFontTx/>
              <a:buChar char="-"/>
            </a:pPr>
            <a:r>
              <a:rPr lang="he-IL" dirty="0">
                <a:latin typeface="Assistant" pitchFamily="2" charset="-79"/>
                <a:cs typeface="Assistant" pitchFamily="2" charset="-79"/>
              </a:rPr>
              <a:t>הסתמכות על הארנק – ה-</a:t>
            </a:r>
            <a:r>
              <a:rPr lang="en-US" dirty="0">
                <a:latin typeface="Assistant" pitchFamily="2" charset="-79"/>
                <a:cs typeface="Assistant" pitchFamily="2" charset="-79"/>
              </a:rPr>
              <a:t>QTSP</a:t>
            </a:r>
            <a:r>
              <a:rPr lang="he-IL" dirty="0">
                <a:latin typeface="Assistant" pitchFamily="2" charset="-79"/>
                <a:cs typeface="Assistant" pitchFamily="2" charset="-79"/>
              </a:rPr>
              <a:t> יכול להסתמך על ארנק ה-</a:t>
            </a:r>
            <a:r>
              <a:rPr lang="en-US" dirty="0">
                <a:latin typeface="Assistant" pitchFamily="2" charset="-79"/>
                <a:cs typeface="Assistant" pitchFamily="2" charset="-79"/>
              </a:rPr>
              <a:t>EUDI</a:t>
            </a:r>
            <a:r>
              <a:rPr lang="he-IL" dirty="0">
                <a:latin typeface="Assistant" pitchFamily="2" charset="-79"/>
                <a:cs typeface="Assistant" pitchFamily="2" charset="-79"/>
              </a:rPr>
              <a:t> לצורך אימות זהות, כיוון שהארנק עומד ברמת אבטחה </a:t>
            </a:r>
            <a:r>
              <a:rPr lang="en-US" dirty="0">
                <a:latin typeface="Assistant" pitchFamily="2" charset="-79"/>
                <a:cs typeface="Assistant" pitchFamily="2" charset="-79"/>
              </a:rPr>
              <a:t>High</a:t>
            </a:r>
            <a:endParaRPr lang="he-IL" dirty="0">
              <a:latin typeface="Assistant" pitchFamily="2" charset="-79"/>
              <a:cs typeface="Assistant" pitchFamily="2" charset="-79"/>
            </a:endParaRPr>
          </a:p>
          <a:p>
            <a:pPr marL="285750" indent="-285750" algn="r" rtl="1">
              <a:lnSpc>
                <a:spcPct val="150000"/>
              </a:lnSpc>
              <a:buFontTx/>
              <a:buChar char="-"/>
            </a:pPr>
            <a:r>
              <a:rPr lang="he-IL" dirty="0">
                <a:latin typeface="Assistant" pitchFamily="2" charset="-79"/>
                <a:cs typeface="Assistant" pitchFamily="2" charset="-79"/>
              </a:rPr>
              <a:t>רישום והנפקה – ברגע שהזהות אומתה, ה-</a:t>
            </a:r>
            <a:r>
              <a:rPr lang="en-US" dirty="0">
                <a:latin typeface="Assistant" pitchFamily="2" charset="-79"/>
                <a:cs typeface="Assistant" pitchFamily="2" charset="-79"/>
              </a:rPr>
              <a:t>QTSP</a:t>
            </a:r>
            <a:r>
              <a:rPr lang="he-IL" dirty="0">
                <a:latin typeface="Assistant" pitchFamily="2" charset="-79"/>
                <a:cs typeface="Assistant" pitchFamily="2" charset="-79"/>
              </a:rPr>
              <a:t> רושם את החותם ומנפיק לו את התעודה המוסמכת. בעזרת הארנק התהליך יכול להתבצע באופן מיידי </a:t>
            </a:r>
          </a:p>
          <a:p>
            <a:pPr algn="r" rtl="1">
              <a:lnSpc>
                <a:spcPct val="150000"/>
              </a:lnSpc>
            </a:pPr>
            <a:endParaRPr lang="en-US" dirty="0"/>
          </a:p>
        </p:txBody>
      </p:sp>
    </p:spTree>
    <p:extLst>
      <p:ext uri="{BB962C8B-B14F-4D97-AF65-F5344CB8AC3E}">
        <p14:creationId xmlns:p14="http://schemas.microsoft.com/office/powerpoint/2010/main" val="3495627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B99F4-1085-54C3-AD82-ACA76A1EB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D1CAD-E152-38FD-F0ED-42A9E6E4F5FA}"/>
              </a:ext>
            </a:extLst>
          </p:cNvPr>
          <p:cNvSpPr>
            <a:spLocks noGrp="1"/>
          </p:cNvSpPr>
          <p:nvPr>
            <p:ph type="title"/>
          </p:nvPr>
        </p:nvSpPr>
        <p:spPr/>
        <p:txBody>
          <a:bodyPr/>
          <a:lstStyle/>
          <a:p>
            <a:pPr algn="ctr" rtl="1"/>
            <a:r>
              <a:rPr lang="he-IL" dirty="0">
                <a:latin typeface="Assistant ExtraBold" pitchFamily="2" charset="-79"/>
                <a:cs typeface="Assistant ExtraBold" pitchFamily="2" charset="-79"/>
              </a:rPr>
              <a:t>ביצוע ושימוש בחתימה</a:t>
            </a:r>
            <a:endParaRPr lang="en-IL" dirty="0">
              <a:latin typeface="Assistant ExtraBold" pitchFamily="2" charset="-79"/>
              <a:cs typeface="Assistant ExtraBold" pitchFamily="2" charset="-79"/>
            </a:endParaRPr>
          </a:p>
        </p:txBody>
      </p:sp>
      <p:sp>
        <p:nvSpPr>
          <p:cNvPr id="5" name="Slide Number Placeholder 4">
            <a:extLst>
              <a:ext uri="{FF2B5EF4-FFF2-40B4-BE49-F238E27FC236}">
                <a16:creationId xmlns:a16="http://schemas.microsoft.com/office/drawing/2014/main" id="{6797AB80-C089-17B0-58F9-01AB0507C43D}"/>
              </a:ext>
            </a:extLst>
          </p:cNvPr>
          <p:cNvSpPr>
            <a:spLocks noGrp="1"/>
          </p:cNvSpPr>
          <p:nvPr>
            <p:ph type="sldNum" sz="quarter" idx="12"/>
          </p:nvPr>
        </p:nvSpPr>
        <p:spPr/>
        <p:txBody>
          <a:bodyPr/>
          <a:lstStyle/>
          <a:p>
            <a:fld id="{D26AA326-C745-46C1-BF23-2FBA916A8B78}" type="slidenum">
              <a:rPr lang="en-IL" smtClean="0"/>
              <a:t>12</a:t>
            </a:fld>
            <a:endParaRPr lang="en-IL"/>
          </a:p>
        </p:txBody>
      </p:sp>
      <p:sp>
        <p:nvSpPr>
          <p:cNvPr id="4" name="TextBox 3">
            <a:extLst>
              <a:ext uri="{FF2B5EF4-FFF2-40B4-BE49-F238E27FC236}">
                <a16:creationId xmlns:a16="http://schemas.microsoft.com/office/drawing/2014/main" id="{B83B26F5-FBF0-7FC3-7232-DF0A6607F25A}"/>
              </a:ext>
            </a:extLst>
          </p:cNvPr>
          <p:cNvSpPr txBox="1"/>
          <p:nvPr/>
        </p:nvSpPr>
        <p:spPr>
          <a:xfrm>
            <a:off x="484094" y="1421747"/>
            <a:ext cx="10703859" cy="4204356"/>
          </a:xfrm>
          <a:prstGeom prst="rect">
            <a:avLst/>
          </a:prstGeom>
          <a:noFill/>
        </p:spPr>
        <p:txBody>
          <a:bodyPr wrap="square">
            <a:spAutoFit/>
          </a:bodyPr>
          <a:lstStyle/>
          <a:p>
            <a:pPr algn="r" rtl="1">
              <a:lnSpc>
                <a:spcPct val="150000"/>
              </a:lnSpc>
            </a:pPr>
            <a:r>
              <a:rPr lang="he-IL" dirty="0">
                <a:latin typeface="Assistant" pitchFamily="2" charset="-79"/>
                <a:cs typeface="Assistant" pitchFamily="2" charset="-79"/>
              </a:rPr>
              <a:t>תהליך החתימה בפועל הוא תהליך של חתימה מרחוק</a:t>
            </a:r>
          </a:p>
          <a:p>
            <a:pPr marL="285750" indent="-285750" algn="r" rtl="1">
              <a:lnSpc>
                <a:spcPct val="150000"/>
              </a:lnSpc>
              <a:buFontTx/>
              <a:buChar char="-"/>
            </a:pPr>
            <a:r>
              <a:rPr lang="he-IL" dirty="0">
                <a:latin typeface="Assistant" pitchFamily="2" charset="-79"/>
                <a:cs typeface="Assistant" pitchFamily="2" charset="-79"/>
              </a:rPr>
              <a:t>יצירת החתימה:</a:t>
            </a:r>
          </a:p>
          <a:p>
            <a:pPr marL="742950" lvl="1" indent="-285750" algn="r" rtl="1">
              <a:lnSpc>
                <a:spcPct val="150000"/>
              </a:lnSpc>
              <a:buFontTx/>
              <a:buChar char="-"/>
            </a:pPr>
            <a:r>
              <a:rPr lang="he-IL" dirty="0">
                <a:latin typeface="Assistant" pitchFamily="2" charset="-79"/>
                <a:cs typeface="Assistant" pitchFamily="2" charset="-79"/>
              </a:rPr>
              <a:t>פלטפורמת החתימה האלקטרונית שולחת ערך </a:t>
            </a:r>
            <a:r>
              <a:rPr lang="en-US" dirty="0">
                <a:latin typeface="Assistant" pitchFamily="2" charset="-79"/>
                <a:cs typeface="Assistant" pitchFamily="2" charset="-79"/>
              </a:rPr>
              <a:t>HASH</a:t>
            </a:r>
            <a:r>
              <a:rPr lang="he-IL" dirty="0">
                <a:latin typeface="Assistant" pitchFamily="2" charset="-79"/>
                <a:cs typeface="Assistant" pitchFamily="2" charset="-79"/>
              </a:rPr>
              <a:t> של המסמך אל ה-</a:t>
            </a:r>
            <a:r>
              <a:rPr lang="en-US" dirty="0">
                <a:latin typeface="Assistant" pitchFamily="2" charset="-79"/>
                <a:cs typeface="Assistant" pitchFamily="2" charset="-79"/>
              </a:rPr>
              <a:t>QTSP</a:t>
            </a:r>
            <a:r>
              <a:rPr lang="he-IL" dirty="0">
                <a:latin typeface="Assistant" pitchFamily="2" charset="-79"/>
                <a:cs typeface="Assistant" pitchFamily="2" charset="-79"/>
              </a:rPr>
              <a:t> דרך ממשק ה-</a:t>
            </a:r>
            <a:r>
              <a:rPr lang="en-US" dirty="0">
                <a:latin typeface="Assistant" pitchFamily="2" charset="-79"/>
                <a:cs typeface="Assistant" pitchFamily="2" charset="-79"/>
              </a:rPr>
              <a:t>CSC API</a:t>
            </a:r>
            <a:r>
              <a:rPr lang="he-IL" dirty="0">
                <a:latin typeface="Assistant" pitchFamily="2" charset="-79"/>
                <a:cs typeface="Assistant" pitchFamily="2" charset="-79"/>
              </a:rPr>
              <a:t> </a:t>
            </a:r>
          </a:p>
          <a:p>
            <a:pPr marL="742950" lvl="1" indent="-285750" algn="r" rtl="1">
              <a:lnSpc>
                <a:spcPct val="150000"/>
              </a:lnSpc>
              <a:buFontTx/>
              <a:buChar char="-"/>
            </a:pPr>
            <a:r>
              <a:rPr lang="he-IL" dirty="0">
                <a:latin typeface="Assistant" pitchFamily="2" charset="-79"/>
                <a:cs typeface="Assistant" pitchFamily="2" charset="-79"/>
              </a:rPr>
              <a:t>ה-</a:t>
            </a:r>
            <a:r>
              <a:rPr lang="en-US" dirty="0">
                <a:latin typeface="Assistant" pitchFamily="2" charset="-79"/>
                <a:cs typeface="Assistant" pitchFamily="2" charset="-79"/>
              </a:rPr>
              <a:t>HASH</a:t>
            </a:r>
            <a:r>
              <a:rPr lang="he-IL" dirty="0">
                <a:latin typeface="Assistant" pitchFamily="2" charset="-79"/>
                <a:cs typeface="Assistant" pitchFamily="2" charset="-79"/>
              </a:rPr>
              <a:t> נחתם בתוך התקן חומרה מאובטח (</a:t>
            </a:r>
            <a:r>
              <a:rPr lang="en-US" dirty="0">
                <a:latin typeface="Assistant" pitchFamily="2" charset="-79"/>
                <a:cs typeface="Assistant" pitchFamily="2" charset="-79"/>
              </a:rPr>
              <a:t>QSCD</a:t>
            </a:r>
            <a:r>
              <a:rPr lang="he-IL" dirty="0">
                <a:latin typeface="Assistant" pitchFamily="2" charset="-79"/>
                <a:cs typeface="Assistant" pitchFamily="2" charset="-79"/>
              </a:rPr>
              <a:t>) בנמצא בענן, תוך שימוש במפתח הפרטי של החותם</a:t>
            </a:r>
          </a:p>
          <a:p>
            <a:pPr marL="742950" lvl="1" indent="-285750" algn="r" rtl="1">
              <a:lnSpc>
                <a:spcPct val="150000"/>
              </a:lnSpc>
              <a:buFontTx/>
              <a:buChar char="-"/>
            </a:pPr>
            <a:r>
              <a:rPr lang="he-IL" dirty="0">
                <a:latin typeface="Assistant" pitchFamily="2" charset="-79"/>
                <a:cs typeface="Assistant" pitchFamily="2" charset="-79"/>
              </a:rPr>
              <a:t>ה-</a:t>
            </a:r>
            <a:r>
              <a:rPr lang="en-US" dirty="0">
                <a:latin typeface="Assistant" pitchFamily="2" charset="-79"/>
                <a:cs typeface="Assistant" pitchFamily="2" charset="-79"/>
              </a:rPr>
              <a:t>HASH</a:t>
            </a:r>
            <a:r>
              <a:rPr lang="he-IL" dirty="0">
                <a:latin typeface="Assistant" pitchFamily="2" charset="-79"/>
                <a:cs typeface="Assistant" pitchFamily="2" charset="-79"/>
              </a:rPr>
              <a:t> החתום מוחזר לפלטפורמת החתימה ומוטבע בתוך מסמך ה-</a:t>
            </a:r>
            <a:r>
              <a:rPr lang="en-US" dirty="0">
                <a:latin typeface="Assistant" pitchFamily="2" charset="-79"/>
                <a:cs typeface="Assistant" pitchFamily="2" charset="-79"/>
              </a:rPr>
              <a:t>PDF</a:t>
            </a:r>
            <a:endParaRPr lang="he-IL" dirty="0">
              <a:latin typeface="Assistant" pitchFamily="2" charset="-79"/>
              <a:cs typeface="Assistant" pitchFamily="2" charset="-79"/>
            </a:endParaRPr>
          </a:p>
          <a:p>
            <a:pPr marL="285750" indent="-285750" algn="r" rtl="1">
              <a:lnSpc>
                <a:spcPct val="150000"/>
              </a:lnSpc>
              <a:buFontTx/>
              <a:buChar char="-"/>
            </a:pPr>
            <a:r>
              <a:rPr lang="he-IL" dirty="0">
                <a:latin typeface="Assistant" pitchFamily="2" charset="-79"/>
                <a:cs typeface="Assistant" pitchFamily="2" charset="-79"/>
              </a:rPr>
              <a:t>השימוש והאימות – המשתמש משתמש בארנק שלו כדי לבצע את החתימה</a:t>
            </a:r>
          </a:p>
          <a:p>
            <a:pPr marL="742950" lvl="1" indent="-285750" algn="r" rtl="1">
              <a:lnSpc>
                <a:spcPct val="150000"/>
              </a:lnSpc>
              <a:buFontTx/>
              <a:buChar char="-"/>
            </a:pPr>
            <a:r>
              <a:rPr lang="he-IL" dirty="0">
                <a:latin typeface="Assistant" pitchFamily="2" charset="-79"/>
                <a:cs typeface="Assistant" pitchFamily="2" charset="-79"/>
              </a:rPr>
              <a:t>לאחר שהמסמך נחתם בדרגת </a:t>
            </a:r>
            <a:r>
              <a:rPr lang="en-US" dirty="0">
                <a:latin typeface="Assistant" pitchFamily="2" charset="-79"/>
                <a:cs typeface="Assistant" pitchFamily="2" charset="-79"/>
              </a:rPr>
              <a:t>QES</a:t>
            </a:r>
            <a:r>
              <a:rPr lang="he-IL" dirty="0">
                <a:latin typeface="Assistant" pitchFamily="2" charset="-79"/>
                <a:cs typeface="Assistant" pitchFamily="2" charset="-79"/>
              </a:rPr>
              <a:t> ניתן להשתמש בו מול המגזר הציבורי ומול המגזר הפרטי כמו בנקים וחברות טלקום</a:t>
            </a:r>
          </a:p>
          <a:p>
            <a:pPr marL="742950" lvl="1" indent="-285750" algn="r" rtl="1">
              <a:lnSpc>
                <a:spcPct val="150000"/>
              </a:lnSpc>
              <a:buFontTx/>
              <a:buChar char="-"/>
            </a:pPr>
            <a:r>
              <a:rPr lang="he-IL" dirty="0">
                <a:latin typeface="Assistant" pitchFamily="2" charset="-79"/>
                <a:cs typeface="Assistant" pitchFamily="2" charset="-79"/>
              </a:rPr>
              <a:t>ניתן לאמת את החתימה באופן אוטומאטי באמצעות קוראי </a:t>
            </a:r>
            <a:r>
              <a:rPr lang="en-US" dirty="0">
                <a:latin typeface="Assistant" pitchFamily="2" charset="-79"/>
                <a:cs typeface="Assistant" pitchFamily="2" charset="-79"/>
              </a:rPr>
              <a:t>PDF</a:t>
            </a:r>
            <a:r>
              <a:rPr lang="he-IL" dirty="0">
                <a:latin typeface="Assistant" pitchFamily="2" charset="-79"/>
                <a:cs typeface="Assistant" pitchFamily="2" charset="-79"/>
              </a:rPr>
              <a:t> סטנדרטיים</a:t>
            </a:r>
          </a:p>
          <a:p>
            <a:pPr marL="742950" lvl="1" indent="-285750" algn="r" rtl="1">
              <a:lnSpc>
                <a:spcPct val="150000"/>
              </a:lnSpc>
              <a:buFontTx/>
              <a:buChar char="-"/>
            </a:pPr>
            <a:endParaRPr lang="he-IL" dirty="0"/>
          </a:p>
          <a:p>
            <a:pPr algn="r" rtl="1">
              <a:lnSpc>
                <a:spcPct val="150000"/>
              </a:lnSpc>
            </a:pPr>
            <a:endParaRPr lang="en-US" dirty="0"/>
          </a:p>
        </p:txBody>
      </p:sp>
    </p:spTree>
    <p:extLst>
      <p:ext uri="{BB962C8B-B14F-4D97-AF65-F5344CB8AC3E}">
        <p14:creationId xmlns:p14="http://schemas.microsoft.com/office/powerpoint/2010/main" val="1590995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TotalTime>
  <Words>989</Words>
  <Application>Microsoft Office PowerPoint</Application>
  <PresentationFormat>Widescreen</PresentationFormat>
  <Paragraphs>170</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Assistant</vt:lpstr>
      <vt:lpstr>Assistant ExtraBold</vt:lpstr>
      <vt:lpstr>Calibri</vt:lpstr>
      <vt:lpstr>Calibri Light</vt:lpstr>
      <vt:lpstr>Office Theme</vt:lpstr>
      <vt:lpstr>PowerPoint Presentation</vt:lpstr>
      <vt:lpstr>PowerPoint Presentation</vt:lpstr>
      <vt:lpstr>תקנת eIDAS2.0</vt:lpstr>
      <vt:lpstr>חתימת QES</vt:lpstr>
      <vt:lpstr>חתימת QES</vt:lpstr>
      <vt:lpstr>תהליך החתימה</vt:lpstr>
      <vt:lpstr>ספקי QTSP</vt:lpstr>
      <vt:lpstr>שימוש בחתימה דיגיטלית</vt:lpstr>
      <vt:lpstr>תהליך הנפקדת תעודה מוסמכת</vt:lpstr>
      <vt:lpstr>שימוש בחתימה דיגיטלית</vt:lpstr>
      <vt:lpstr>הנפקת התעודה והזדהות</vt:lpstr>
      <vt:lpstr>ביצוע ושימוש בחתימה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Comda LTD</dc:creator>
  <cp:lastModifiedBy>System Comda</cp:lastModifiedBy>
  <cp:revision>10</cp:revision>
  <dcterms:created xsi:type="dcterms:W3CDTF">2026-03-31T08:19:23Z</dcterms:created>
  <dcterms:modified xsi:type="dcterms:W3CDTF">2026-04-09T07:25:42Z</dcterms:modified>
</cp:coreProperties>
</file>